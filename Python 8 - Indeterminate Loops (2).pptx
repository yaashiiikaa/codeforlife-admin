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5"/>
  </p:notesMasterIdLst>
  <p:sldIdLst>
    <p:sldId id="256" r:id="rId2"/>
    <p:sldId id="287" r:id="rId3"/>
    <p:sldId id="288" r:id="rId4"/>
    <p:sldId id="312" r:id="rId5"/>
    <p:sldId id="313" r:id="rId6"/>
    <p:sldId id="314" r:id="rId7"/>
    <p:sldId id="316" r:id="rId8"/>
    <p:sldId id="315" r:id="rId9"/>
    <p:sldId id="318" r:id="rId10"/>
    <p:sldId id="317" r:id="rId11"/>
    <p:sldId id="285" r:id="rId12"/>
    <p:sldId id="264" r:id="rId13"/>
    <p:sldId id="289" r:id="rId14"/>
    <p:sldId id="290" r:id="rId15"/>
    <p:sldId id="291" r:id="rId16"/>
    <p:sldId id="306" r:id="rId17"/>
    <p:sldId id="295" r:id="rId18"/>
    <p:sldId id="307" r:id="rId19"/>
    <p:sldId id="308" r:id="rId20"/>
    <p:sldId id="309" r:id="rId21"/>
    <p:sldId id="310" r:id="rId22"/>
    <p:sldId id="311" r:id="rId23"/>
    <p:sldId id="284" r:id="rId24"/>
  </p:sldIdLst>
  <p:sldSz cx="9144000" cy="5143500" type="screen16x9"/>
  <p:notesSz cx="6858000" cy="9144000"/>
  <p:embeddedFontLst>
    <p:embeddedFont>
      <p:font typeface="Consolas" panose="020B0609020204030204" pitchFamily="49" charset="0"/>
      <p:regular r:id="rId26"/>
      <p:bold r:id="rId27"/>
      <p:italic r:id="rId28"/>
      <p:boldItalic r:id="rId29"/>
    </p:embeddedFont>
    <p:embeddedFont>
      <p:font typeface="Helvetica Neue" panose="020B0604020202020204" charset="0"/>
      <p:regular r:id="rId30"/>
      <p:bold r:id="rId31"/>
      <p:italic r:id="rId32"/>
      <p:boldItalic r:id="rId33"/>
    </p:embeddedFont>
    <p:embeddedFont>
      <p:font typeface="Inter" panose="020B0604020202020204" charset="0"/>
      <p:regular r:id="rId34"/>
      <p:bold r:id="rId35"/>
      <p:italic r:id="rId36"/>
      <p:boldItalic r:id="rId37"/>
    </p:embeddedFont>
    <p:embeddedFont>
      <p:font typeface="Space Grotesk Medium" panose="020B0604020202020204"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F0C7AE-1334-419A-946F-E5E88168B178}">
  <a:tblStyle styleId="{ADF0C7AE-1334-419A-946F-E5E88168B17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43" d="100"/>
          <a:sy n="43" d="100"/>
        </p:scale>
        <p:origin x="8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1300" b="0" i="0" u="none" strike="noStrike" cap="none">
                <a:latin typeface="Helvetica Neue"/>
                <a:ea typeface="Helvetica Neue"/>
                <a:cs typeface="Helvetica Neue"/>
                <a:sym typeface="Helvetica Neue"/>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7f24edde6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7f24edde6d_0_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971da88386_0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971da88386_0_20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8E771942-9634-8540-A7D4-01F11B351997}"/>
            </a:ext>
          </a:extLst>
        </p:cNvPr>
        <p:cNvGrpSpPr/>
        <p:nvPr/>
      </p:nvGrpSpPr>
      <p:grpSpPr>
        <a:xfrm>
          <a:off x="0" y="0"/>
          <a:ext cx="0" cy="0"/>
          <a:chOff x="0" y="0"/>
          <a:chExt cx="0" cy="0"/>
        </a:xfrm>
      </p:grpSpPr>
      <p:sp>
        <p:nvSpPr>
          <p:cNvPr id="261" name="Google Shape;261;g2971da88386_0_206:notes">
            <a:extLst>
              <a:ext uri="{FF2B5EF4-FFF2-40B4-BE49-F238E27FC236}">
                <a16:creationId xmlns:a16="http://schemas.microsoft.com/office/drawing/2014/main" id="{109498D1-CC35-8B02-B69D-6115F44B5E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971da88386_0_206:notes">
            <a:extLst>
              <a:ext uri="{FF2B5EF4-FFF2-40B4-BE49-F238E27FC236}">
                <a16:creationId xmlns:a16="http://schemas.microsoft.com/office/drawing/2014/main" id="{E5C90861-C51A-E3DB-E337-E5AF474212DB}"/>
              </a:ext>
            </a:extLst>
          </p:cNvPr>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2558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971da88386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971da88386_0_6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971da88386_0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971da88386_0_21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latin typeface="Arial" panose="020B0604020202020204" pitchFamily="34" charset="0"/>
                <a:cs typeface="Arial" panose="020B0604020202020204" pitchFamily="34" charset="0"/>
              </a:rPr>
              <a:t>The program allows the user to enter floating point parcel weights until the total of all weights entered is 100 or more. Then the loop exits and it prints out the total weight. </a:t>
            </a:r>
            <a:endParaRPr dirty="0">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de for Life">
  <p:cSld name="CUSTOM_7">
    <p:spTree>
      <p:nvGrpSpPr>
        <p:cNvPr id="1" name="Shape 12"/>
        <p:cNvGrpSpPr/>
        <p:nvPr/>
      </p:nvGrpSpPr>
      <p:grpSpPr>
        <a:xfrm>
          <a:off x="0" y="0"/>
          <a:ext cx="0" cy="0"/>
          <a:chOff x="0" y="0"/>
          <a:chExt cx="0" cy="0"/>
        </a:xfrm>
      </p:grpSpPr>
      <p:sp>
        <p:nvSpPr>
          <p:cNvPr id="13" name="Google Shape;13;p2"/>
          <p:cNvSpPr/>
          <p:nvPr/>
        </p:nvSpPr>
        <p:spPr>
          <a:xfrm>
            <a:off x="-25150" y="-31000"/>
            <a:ext cx="9212700" cy="4322100"/>
          </a:xfrm>
          <a:prstGeom prst="rect">
            <a:avLst/>
          </a:pr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3F3F3"/>
              </a:solidFill>
            </a:endParaRPr>
          </a:p>
        </p:txBody>
      </p:sp>
      <p:sp>
        <p:nvSpPr>
          <p:cNvPr id="14" name="Google Shape;14;p2"/>
          <p:cNvSpPr txBox="1">
            <a:spLocks noGrp="1"/>
          </p:cNvSpPr>
          <p:nvPr>
            <p:ph type="title"/>
          </p:nvPr>
        </p:nvSpPr>
        <p:spPr>
          <a:xfrm>
            <a:off x="326050" y="317100"/>
            <a:ext cx="7392600" cy="499800"/>
          </a:xfrm>
          <a:prstGeom prst="rect">
            <a:avLst/>
          </a:prstGeom>
        </p:spPr>
        <p:txBody>
          <a:bodyPr spcFirstLastPara="1" wrap="square" lIns="59850" tIns="59850" rIns="59850" bIns="59850" anchor="t" anchorCtr="0">
            <a:noAutofit/>
          </a:bodyPr>
          <a:lstStyle>
            <a:lvl1pPr lvl="0">
              <a:spcBef>
                <a:spcPts val="0"/>
              </a:spcBef>
              <a:spcAft>
                <a:spcPts val="0"/>
              </a:spcAft>
              <a:buNone/>
              <a:defRPr>
                <a:latin typeface="Space Grotesk Medium"/>
                <a:ea typeface="Space Grotesk Medium"/>
                <a:cs typeface="Space Grotesk Medium"/>
                <a:sym typeface="Space Grotesk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15" name="Google Shape;15;p2"/>
          <p:cNvSpPr txBox="1">
            <a:spLocks noGrp="1"/>
          </p:cNvSpPr>
          <p:nvPr>
            <p:ph type="title" idx="2"/>
          </p:nvPr>
        </p:nvSpPr>
        <p:spPr>
          <a:xfrm>
            <a:off x="326050" y="980100"/>
            <a:ext cx="6823800" cy="444000"/>
          </a:xfrm>
          <a:prstGeom prst="rect">
            <a:avLst/>
          </a:prstGeom>
          <a:noFill/>
          <a:ln>
            <a:noFill/>
          </a:ln>
        </p:spPr>
        <p:txBody>
          <a:bodyPr spcFirstLastPara="1" wrap="square" lIns="59850" tIns="59850" rIns="59850" bIns="59850" anchor="t" anchorCtr="0">
            <a:noAutofit/>
          </a:bodyPr>
          <a:lstStyle>
            <a:lvl1pPr marL="0" marR="0" lvl="0" indent="0" algn="l" rtl="0">
              <a:lnSpc>
                <a:spcPct val="100000"/>
              </a:lnSpc>
              <a:spcBef>
                <a:spcPts val="0"/>
              </a:spcBef>
              <a:spcAft>
                <a:spcPts val="0"/>
              </a:spcAft>
              <a:buSzPts val="100"/>
              <a:buFont typeface="Inter"/>
              <a:buNone/>
              <a:defRPr sz="1800" i="0" u="none" strike="noStrike" cap="none">
                <a:latin typeface="Arial" panose="020B0604020202020204" pitchFamily="34" charset="0"/>
                <a:ea typeface="Inter"/>
                <a:cs typeface="Arial" panose="020B0604020202020204" pitchFamily="34" charset="0"/>
                <a:sym typeface="Inter"/>
              </a:defRPr>
            </a:lvl1pPr>
            <a:lvl2pPr marL="0" marR="0" lvl="1" indent="889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2pPr>
            <a:lvl3pPr marL="0" marR="0" lvl="2" indent="1778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3pPr>
            <a:lvl4pPr marL="0" marR="0" lvl="3" indent="2540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4pPr>
            <a:lvl5pPr marL="0" marR="0" lvl="4" indent="3429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5pPr>
            <a:lvl6pPr marL="0" marR="0" lvl="5" indent="4318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6pPr>
            <a:lvl7pPr marL="0" marR="0" lvl="6" indent="5207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7pPr>
            <a:lvl8pPr marL="0" marR="0" lvl="7" indent="6096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8pPr>
            <a:lvl9pPr marL="0" marR="0" lvl="8" indent="6985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4">
  <p:cSld name="CUSTOM_4">
    <p:spTree>
      <p:nvGrpSpPr>
        <p:cNvPr id="1" name="Shape 21"/>
        <p:cNvGrpSpPr/>
        <p:nvPr/>
      </p:nvGrpSpPr>
      <p:grpSpPr>
        <a:xfrm>
          <a:off x="0" y="0"/>
          <a:ext cx="0" cy="0"/>
          <a:chOff x="0" y="0"/>
          <a:chExt cx="0" cy="0"/>
        </a:xfrm>
      </p:grpSpPr>
      <p:pic>
        <p:nvPicPr>
          <p:cNvPr id="3" name="Google Shape;14;p30">
            <a:extLst>
              <a:ext uri="{FF2B5EF4-FFF2-40B4-BE49-F238E27FC236}">
                <a16:creationId xmlns:a16="http://schemas.microsoft.com/office/drawing/2014/main" id="{5DFBC083-FCE7-8C85-58F9-C82F1D5A315A}"/>
              </a:ext>
            </a:extLst>
          </p:cNvPr>
          <p:cNvPicPr preferRelativeResize="0"/>
          <p:nvPr userDrawn="1"/>
        </p:nvPicPr>
        <p:blipFill>
          <a:blip r:embed="rId2">
            <a:alphaModFix/>
          </a:blip>
          <a:stretch>
            <a:fillRect/>
          </a:stretch>
        </p:blipFill>
        <p:spPr>
          <a:xfrm>
            <a:off x="-53075" y="-33675"/>
            <a:ext cx="9250150" cy="4326951"/>
          </a:xfrm>
          <a:prstGeom prst="rect">
            <a:avLst/>
          </a:prstGeom>
          <a:solidFill>
            <a:srgbClr val="E0004D"/>
          </a:solidFill>
          <a:ln>
            <a:noFill/>
          </a:ln>
        </p:spPr>
      </p:pic>
      <p:sp>
        <p:nvSpPr>
          <p:cNvPr id="23" name="Google Shape;23;p4"/>
          <p:cNvSpPr txBox="1">
            <a:spLocks noGrp="1"/>
          </p:cNvSpPr>
          <p:nvPr>
            <p:ph type="title"/>
          </p:nvPr>
        </p:nvSpPr>
        <p:spPr>
          <a:xfrm>
            <a:off x="1654559" y="1681225"/>
            <a:ext cx="5853300" cy="756900"/>
          </a:xfrm>
          <a:prstGeom prst="rect">
            <a:avLst/>
          </a:prstGeom>
          <a:noFill/>
          <a:ln>
            <a:noFill/>
          </a:ln>
        </p:spPr>
        <p:txBody>
          <a:bodyPr spcFirstLastPara="1" wrap="square" lIns="59850" tIns="59850" rIns="59850" bIns="59850" anchor="t" anchorCtr="0">
            <a:noAutofit/>
          </a:bodyPr>
          <a:lstStyle>
            <a:lvl1pPr marL="0" marR="0" lvl="0" indent="0" algn="ctr" rtl="0">
              <a:lnSpc>
                <a:spcPct val="100000"/>
              </a:lnSpc>
              <a:spcBef>
                <a:spcPts val="0"/>
              </a:spcBef>
              <a:spcAft>
                <a:spcPts val="0"/>
              </a:spcAft>
              <a:buClr>
                <a:srgbClr val="F3F3F3"/>
              </a:buClr>
              <a:buSzPts val="100"/>
              <a:buFont typeface="Space Grotesk Medium"/>
              <a:buNone/>
              <a:defRPr sz="3100" b="1" i="0" u="none" strike="noStrike" cap="none">
                <a:solidFill>
                  <a:srgbClr val="F3F3F3"/>
                </a:solidFill>
                <a:latin typeface="Space Grotesk Medium"/>
                <a:ea typeface="Space Grotesk Medium"/>
                <a:cs typeface="Space Grotesk Medium"/>
                <a:sym typeface="Space Grotesk Medium"/>
              </a:defRPr>
            </a:lvl1pPr>
            <a:lvl2pPr marL="0" marR="0" lvl="1" indent="889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7pPr>
            <a:lvl8pPr marL="0" marR="0" lvl="7" indent="6096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8pPr>
            <a:lvl9pPr marL="0" marR="0" lvl="8" indent="6985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4 1">
  <p:cSld name="CUSTOM_4_1">
    <p:spTree>
      <p:nvGrpSpPr>
        <p:cNvPr id="1" name="Shape 29"/>
        <p:cNvGrpSpPr/>
        <p:nvPr/>
      </p:nvGrpSpPr>
      <p:grpSpPr>
        <a:xfrm>
          <a:off x="0" y="0"/>
          <a:ext cx="0" cy="0"/>
          <a:chOff x="0" y="0"/>
          <a:chExt cx="0" cy="0"/>
        </a:xfrm>
      </p:grpSpPr>
      <p:sp>
        <p:nvSpPr>
          <p:cNvPr id="2" name="Google Shape;25;p33">
            <a:extLst>
              <a:ext uri="{FF2B5EF4-FFF2-40B4-BE49-F238E27FC236}">
                <a16:creationId xmlns:a16="http://schemas.microsoft.com/office/drawing/2014/main" id="{392E9ADE-BAFC-C919-7D54-E461D602497D}"/>
              </a:ext>
            </a:extLst>
          </p:cNvPr>
          <p:cNvSpPr/>
          <p:nvPr userDrawn="1"/>
        </p:nvSpPr>
        <p:spPr>
          <a:xfrm>
            <a:off x="-25150" y="-31000"/>
            <a:ext cx="9212700" cy="43221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6"/>
          <p:cNvSpPr txBox="1">
            <a:spLocks noGrp="1"/>
          </p:cNvSpPr>
          <p:nvPr>
            <p:ph type="title"/>
          </p:nvPr>
        </p:nvSpPr>
        <p:spPr>
          <a:xfrm>
            <a:off x="1654559" y="1681225"/>
            <a:ext cx="5853300" cy="756900"/>
          </a:xfrm>
          <a:prstGeom prst="rect">
            <a:avLst/>
          </a:prstGeom>
          <a:noFill/>
          <a:ln>
            <a:noFill/>
          </a:ln>
        </p:spPr>
        <p:txBody>
          <a:bodyPr spcFirstLastPara="1" wrap="square" lIns="59850" tIns="59850" rIns="59850" bIns="59850" anchor="t" anchorCtr="0">
            <a:noAutofit/>
          </a:bodyPr>
          <a:lstStyle>
            <a:lvl1pPr marL="0" marR="0" lvl="0" indent="0" algn="ctr" rtl="0">
              <a:lnSpc>
                <a:spcPct val="100000"/>
              </a:lnSpc>
              <a:spcBef>
                <a:spcPts val="0"/>
              </a:spcBef>
              <a:spcAft>
                <a:spcPts val="0"/>
              </a:spcAft>
              <a:buClr>
                <a:srgbClr val="F3F3F3"/>
              </a:buClr>
              <a:buSzPts val="100"/>
              <a:buFont typeface="Space Grotesk Medium"/>
              <a:buNone/>
              <a:defRPr sz="2700" i="0" u="none" strike="noStrike" cap="none">
                <a:solidFill>
                  <a:srgbClr val="F3F3F3"/>
                </a:solidFill>
                <a:latin typeface="Space Grotesk Medium"/>
                <a:ea typeface="Space Grotesk Medium"/>
                <a:cs typeface="Space Grotesk Medium"/>
                <a:sym typeface="Space Grotesk Medium"/>
              </a:defRPr>
            </a:lvl1pPr>
            <a:lvl2pPr marL="0" marR="0" lvl="1" indent="889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7pPr>
            <a:lvl8pPr marL="0" marR="0" lvl="7" indent="6096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8pPr>
            <a:lvl9pPr marL="0" marR="0" lvl="8" indent="698500" algn="ctr"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0"/>
        <p:cNvGrpSpPr/>
        <p:nvPr/>
      </p:nvGrpSpPr>
      <p:grpSpPr>
        <a:xfrm>
          <a:off x="0" y="0"/>
          <a:ext cx="0" cy="0"/>
          <a:chOff x="0" y="0"/>
          <a:chExt cx="0" cy="0"/>
        </a:xfrm>
      </p:grpSpPr>
      <p:sp>
        <p:nvSpPr>
          <p:cNvPr id="41" name="Google Shape;41;p10"/>
          <p:cNvSpPr txBox="1">
            <a:spLocks noGrp="1"/>
          </p:cNvSpPr>
          <p:nvPr>
            <p:ph type="title"/>
          </p:nvPr>
        </p:nvSpPr>
        <p:spPr>
          <a:xfrm>
            <a:off x="311700" y="445025"/>
            <a:ext cx="8520600" cy="572700"/>
          </a:xfrm>
          <a:prstGeom prst="rect">
            <a:avLst/>
          </a:prstGeom>
        </p:spPr>
        <p:txBody>
          <a:bodyPr spcFirstLastPara="1" wrap="square" lIns="59850" tIns="59850" rIns="59850" bIns="59850" anchor="t" anchorCtr="0">
            <a:noAutofit/>
          </a:bodyPr>
          <a:lstStyle>
            <a:lvl1pPr lvl="0" rtl="0">
              <a:spcBef>
                <a:spcPts val="0"/>
              </a:spcBef>
              <a:spcAft>
                <a:spcPts val="0"/>
              </a:spcAft>
              <a:buSzPts val="100"/>
              <a:buNone/>
              <a:defRPr/>
            </a:lvl1pPr>
            <a:lvl2pPr lvl="1" rtl="0">
              <a:spcBef>
                <a:spcPts val="0"/>
              </a:spcBef>
              <a:spcAft>
                <a:spcPts val="0"/>
              </a:spcAft>
              <a:buSzPts val="300"/>
              <a:buNone/>
              <a:defRPr/>
            </a:lvl2pPr>
            <a:lvl3pPr lvl="2" rtl="0">
              <a:spcBef>
                <a:spcPts val="0"/>
              </a:spcBef>
              <a:spcAft>
                <a:spcPts val="0"/>
              </a:spcAft>
              <a:buSzPts val="300"/>
              <a:buNone/>
              <a:defRPr/>
            </a:lvl3pPr>
            <a:lvl4pPr lvl="3" rtl="0">
              <a:spcBef>
                <a:spcPts val="0"/>
              </a:spcBef>
              <a:spcAft>
                <a:spcPts val="0"/>
              </a:spcAft>
              <a:buSzPts val="300"/>
              <a:buNone/>
              <a:defRPr/>
            </a:lvl4pPr>
            <a:lvl5pPr lvl="4" rtl="0">
              <a:spcBef>
                <a:spcPts val="0"/>
              </a:spcBef>
              <a:spcAft>
                <a:spcPts val="0"/>
              </a:spcAft>
              <a:buSzPts val="300"/>
              <a:buNone/>
              <a:defRPr/>
            </a:lvl5pPr>
            <a:lvl6pPr lvl="5" rtl="0">
              <a:spcBef>
                <a:spcPts val="0"/>
              </a:spcBef>
              <a:spcAft>
                <a:spcPts val="0"/>
              </a:spcAft>
              <a:buSzPts val="300"/>
              <a:buNone/>
              <a:defRPr/>
            </a:lvl6pPr>
            <a:lvl7pPr lvl="6" rtl="0">
              <a:spcBef>
                <a:spcPts val="0"/>
              </a:spcBef>
              <a:spcAft>
                <a:spcPts val="0"/>
              </a:spcAft>
              <a:buSzPts val="300"/>
              <a:buNone/>
              <a:defRPr/>
            </a:lvl7pPr>
            <a:lvl8pPr lvl="7" rtl="0">
              <a:spcBef>
                <a:spcPts val="0"/>
              </a:spcBef>
              <a:spcAft>
                <a:spcPts val="0"/>
              </a:spcAft>
              <a:buSzPts val="300"/>
              <a:buNone/>
              <a:defRPr/>
            </a:lvl8pPr>
            <a:lvl9pPr lvl="8" rtl="0">
              <a:spcBef>
                <a:spcPts val="0"/>
              </a:spcBef>
              <a:spcAft>
                <a:spcPts val="0"/>
              </a:spcAft>
              <a:buSzPts val="300"/>
              <a:buNone/>
              <a:defRPr/>
            </a:lvl9pPr>
          </a:lstStyle>
          <a:p>
            <a:endParaRPr/>
          </a:p>
        </p:txBody>
      </p:sp>
      <p:sp>
        <p:nvSpPr>
          <p:cNvPr id="42" name="Google Shape;42;p10"/>
          <p:cNvSpPr txBox="1">
            <a:spLocks noGrp="1"/>
          </p:cNvSpPr>
          <p:nvPr>
            <p:ph type="body" idx="1"/>
          </p:nvPr>
        </p:nvSpPr>
        <p:spPr>
          <a:xfrm>
            <a:off x="311700" y="1152475"/>
            <a:ext cx="8520600" cy="461635"/>
          </a:xfrm>
          <a:prstGeom prst="rect">
            <a:avLst/>
          </a:prstGeom>
        </p:spPr>
        <p:txBody>
          <a:bodyPr spcFirstLastPara="1" wrap="square" lIns="91425" tIns="91425" rIns="91425" bIns="91425" anchor="t" anchorCtr="0">
            <a:spAutoFit/>
          </a:bodyPr>
          <a:lstStyle>
            <a:lvl1pPr marL="457200" lvl="0" indent="-330200" rtl="0">
              <a:spcBef>
                <a:spcPts val="0"/>
              </a:spcBef>
              <a:spcAft>
                <a:spcPts val="0"/>
              </a:spcAft>
              <a:buSzPts val="1600"/>
              <a:buChar char="●"/>
              <a:defRPr sz="1800">
                <a:latin typeface="Arial" panose="020B0604020202020204" pitchFamily="34" charset="0"/>
                <a:ea typeface="Inter" panose="020B0604020202020204" charset="0"/>
              </a:defRPr>
            </a:lvl1pPr>
            <a:lvl2pPr marL="914400" lvl="1" indent="-330200" rtl="0">
              <a:spcBef>
                <a:spcPts val="1000"/>
              </a:spcBef>
              <a:spcAft>
                <a:spcPts val="0"/>
              </a:spcAft>
              <a:buSzPts val="1600"/>
              <a:buChar char="○"/>
              <a:defRPr/>
            </a:lvl2pPr>
            <a:lvl3pPr marL="1371600" lvl="2" indent="-330200" rtl="0">
              <a:spcBef>
                <a:spcPts val="1000"/>
              </a:spcBef>
              <a:spcAft>
                <a:spcPts val="0"/>
              </a:spcAft>
              <a:buSzPts val="1600"/>
              <a:buChar char="■"/>
              <a:defRPr/>
            </a:lvl3pPr>
            <a:lvl4pPr marL="1828800" lvl="3" indent="-330200" rtl="0">
              <a:spcBef>
                <a:spcPts val="1000"/>
              </a:spcBef>
              <a:spcAft>
                <a:spcPts val="0"/>
              </a:spcAft>
              <a:buSzPts val="1600"/>
              <a:buChar char="●"/>
              <a:defRPr/>
            </a:lvl4pPr>
            <a:lvl5pPr marL="2286000" lvl="4" indent="-330200" rtl="0">
              <a:spcBef>
                <a:spcPts val="1000"/>
              </a:spcBef>
              <a:spcAft>
                <a:spcPts val="0"/>
              </a:spcAft>
              <a:buSzPts val="1600"/>
              <a:buChar char="○"/>
              <a:defRPr/>
            </a:lvl5pPr>
            <a:lvl6pPr marL="2743200" lvl="5" indent="-330200" rtl="0">
              <a:spcBef>
                <a:spcPts val="1000"/>
              </a:spcBef>
              <a:spcAft>
                <a:spcPts val="0"/>
              </a:spcAft>
              <a:buSzPts val="1600"/>
              <a:buChar char="■"/>
              <a:defRPr/>
            </a:lvl6pPr>
            <a:lvl7pPr marL="3200400" lvl="6" indent="-330200" rtl="0">
              <a:spcBef>
                <a:spcPts val="1000"/>
              </a:spcBef>
              <a:spcAft>
                <a:spcPts val="0"/>
              </a:spcAft>
              <a:buSzPts val="1600"/>
              <a:buChar char="●"/>
              <a:defRPr/>
            </a:lvl7pPr>
            <a:lvl8pPr marL="3657600" lvl="7" indent="-330200" rtl="0">
              <a:spcBef>
                <a:spcPts val="1000"/>
              </a:spcBef>
              <a:spcAft>
                <a:spcPts val="0"/>
              </a:spcAft>
              <a:buSzPts val="1600"/>
              <a:buChar char="○"/>
              <a:defRPr/>
            </a:lvl8pPr>
            <a:lvl9pPr marL="4114800" lvl="8" indent="-330200" rtl="0">
              <a:spcBef>
                <a:spcPts val="1000"/>
              </a:spcBef>
              <a:spcAft>
                <a:spcPts val="1000"/>
              </a:spcAft>
              <a:buSzPts val="1600"/>
              <a:buChar char="■"/>
              <a:defRPr/>
            </a:lvl9pPr>
          </a:lstStyle>
          <a:p>
            <a:endParaRPr dirty="0"/>
          </a:p>
        </p:txBody>
      </p:sp>
      <p:sp>
        <p:nvSpPr>
          <p:cNvPr id="43" name="Google Shape;43;p10"/>
          <p:cNvSpPr txBox="1">
            <a:spLocks noGrp="1"/>
          </p:cNvSpPr>
          <p:nvPr>
            <p:ph type="sldNum" idx="12"/>
          </p:nvPr>
        </p:nvSpPr>
        <p:spPr>
          <a:xfrm>
            <a:off x="366683"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p:nvPr/>
        </p:nvSpPr>
        <p:spPr>
          <a:xfrm>
            <a:off x="-25150" y="-31000"/>
            <a:ext cx="9212700" cy="43221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3F3F3"/>
              </a:solidFill>
            </a:endParaRPr>
          </a:p>
        </p:txBody>
      </p:sp>
      <p:sp>
        <p:nvSpPr>
          <p:cNvPr id="7" name="Google Shape;7;p1"/>
          <p:cNvSpPr txBox="1">
            <a:spLocks noGrp="1"/>
          </p:cNvSpPr>
          <p:nvPr>
            <p:ph type="title"/>
          </p:nvPr>
        </p:nvSpPr>
        <p:spPr>
          <a:xfrm>
            <a:off x="326059" y="317100"/>
            <a:ext cx="5853300" cy="756900"/>
          </a:xfrm>
          <a:prstGeom prst="rect">
            <a:avLst/>
          </a:prstGeom>
          <a:noFill/>
          <a:ln>
            <a:noFill/>
          </a:ln>
        </p:spPr>
        <p:txBody>
          <a:bodyPr spcFirstLastPara="1" wrap="square" lIns="59850" tIns="59850" rIns="59850" bIns="59850" anchor="t" anchorCtr="0">
            <a:noAutofit/>
          </a:bodyPr>
          <a:lstStyle>
            <a:lvl1pPr marL="0" marR="0" lvl="0" indent="0" algn="l" rtl="0">
              <a:lnSpc>
                <a:spcPct val="100000"/>
              </a:lnSpc>
              <a:spcBef>
                <a:spcPts val="0"/>
              </a:spcBef>
              <a:spcAft>
                <a:spcPts val="0"/>
              </a:spcAft>
              <a:buClr>
                <a:srgbClr val="383B3B"/>
              </a:buClr>
              <a:buSzPts val="100"/>
              <a:buFont typeface="Space Grotesk Medium"/>
              <a:buNone/>
              <a:defRPr sz="2700" i="0" u="none" strike="noStrike" cap="none">
                <a:solidFill>
                  <a:srgbClr val="383B3B"/>
                </a:solidFill>
                <a:latin typeface="Space Grotesk Medium"/>
                <a:ea typeface="Space Grotesk Medium"/>
                <a:cs typeface="Space Grotesk Medium"/>
                <a:sym typeface="Space Grotesk Medium"/>
              </a:defRPr>
            </a:lvl1pPr>
            <a:lvl2pPr marL="0" marR="0" lvl="1" indent="889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2pPr>
            <a:lvl3pPr marL="0" marR="0" lvl="2" indent="1778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3pPr>
            <a:lvl4pPr marL="0" marR="0" lvl="3" indent="2540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4pPr>
            <a:lvl5pPr marL="0" marR="0" lvl="4" indent="3429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5pPr>
            <a:lvl6pPr marL="0" marR="0" lvl="5" indent="4318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6pPr>
            <a:lvl7pPr marL="0" marR="0" lvl="6" indent="5207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7pPr>
            <a:lvl8pPr marL="0" marR="0" lvl="7" indent="6096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8pPr>
            <a:lvl9pPr marL="0" marR="0" lvl="8" indent="698500" algn="l" rtl="0">
              <a:lnSpc>
                <a:spcPct val="100000"/>
              </a:lnSpc>
              <a:spcBef>
                <a:spcPts val="0"/>
              </a:spcBef>
              <a:spcAft>
                <a:spcPts val="0"/>
              </a:spcAft>
              <a:buClr>
                <a:srgbClr val="008ED0"/>
              </a:buClr>
              <a:buSzPts val="300"/>
              <a:buFont typeface="Helvetica Neue"/>
              <a:buNone/>
              <a:defRPr sz="2900" b="0" i="0" u="none" strike="noStrike" cap="none">
                <a:solidFill>
                  <a:srgbClr val="008ED0"/>
                </a:solidFill>
                <a:latin typeface="Helvetica Neue"/>
                <a:ea typeface="Helvetica Neue"/>
                <a:cs typeface="Helvetica Neue"/>
                <a:sym typeface="Helvetica Neue"/>
              </a:defRPr>
            </a:lvl9pPr>
          </a:lstStyle>
          <a:p>
            <a:endParaRPr/>
          </a:p>
        </p:txBody>
      </p:sp>
      <p:sp>
        <p:nvSpPr>
          <p:cNvPr id="8" name="Google Shape;8;p1"/>
          <p:cNvSpPr txBox="1">
            <a:spLocks noGrp="1"/>
          </p:cNvSpPr>
          <p:nvPr>
            <p:ph type="title" idx="2"/>
          </p:nvPr>
        </p:nvSpPr>
        <p:spPr>
          <a:xfrm>
            <a:off x="326050" y="980100"/>
            <a:ext cx="6823800" cy="504000"/>
          </a:xfrm>
          <a:prstGeom prst="rect">
            <a:avLst/>
          </a:prstGeom>
          <a:noFill/>
          <a:ln>
            <a:noFill/>
          </a:ln>
        </p:spPr>
        <p:txBody>
          <a:bodyPr spcFirstLastPara="1" wrap="square" lIns="59850" tIns="59850" rIns="59850" bIns="59850" anchor="t" anchorCtr="0">
            <a:noAutofit/>
          </a:bodyPr>
          <a:lstStyle>
            <a:lvl1pPr marL="0" marR="0" lvl="0" indent="-6350" algn="l" rtl="0">
              <a:lnSpc>
                <a:spcPct val="100000"/>
              </a:lnSpc>
              <a:spcBef>
                <a:spcPts val="0"/>
              </a:spcBef>
              <a:spcAft>
                <a:spcPts val="0"/>
              </a:spcAft>
              <a:buClr>
                <a:srgbClr val="626262"/>
              </a:buClr>
              <a:buSzPts val="100"/>
              <a:buFont typeface="Inter"/>
              <a:buChar char="●"/>
              <a:defRPr sz="2000" i="0" u="none" strike="noStrike" cap="none">
                <a:solidFill>
                  <a:srgbClr val="626262"/>
                </a:solidFill>
                <a:latin typeface="Inter"/>
                <a:ea typeface="Inter"/>
                <a:cs typeface="Inter"/>
                <a:sym typeface="Inter"/>
              </a:defRPr>
            </a:lvl1pPr>
            <a:lvl2pPr marL="0" marR="0" lvl="1" indent="698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2pPr>
            <a:lvl3pPr marL="0" marR="0" lvl="2" indent="1587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3pPr>
            <a:lvl4pPr marL="0" marR="0" lvl="3" indent="2349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4pPr>
            <a:lvl5pPr marL="0" marR="0" lvl="4" indent="3238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5pPr>
            <a:lvl6pPr marL="0" marR="0" lvl="5" indent="4127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6pPr>
            <a:lvl7pPr marL="0" marR="0" lvl="6" indent="5016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7pPr>
            <a:lvl8pPr marL="0" marR="0" lvl="7" indent="5905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8pPr>
            <a:lvl9pPr marL="0" marR="0" lvl="8" indent="679450" algn="l" rtl="0">
              <a:lnSpc>
                <a:spcPct val="100000"/>
              </a:lnSpc>
              <a:spcBef>
                <a:spcPts val="0"/>
              </a:spcBef>
              <a:spcAft>
                <a:spcPts val="0"/>
              </a:spcAft>
              <a:buClr>
                <a:srgbClr val="626262"/>
              </a:buClr>
              <a:buSzPts val="300"/>
              <a:buFont typeface="Helvetica Neue"/>
              <a:buChar char="■"/>
              <a:defRPr sz="2900" b="0" i="0" u="none" strike="noStrike" cap="none">
                <a:solidFill>
                  <a:srgbClr val="626262"/>
                </a:solidFill>
                <a:latin typeface="Helvetica Neue"/>
                <a:ea typeface="Helvetica Neue"/>
                <a:cs typeface="Helvetica Neue"/>
                <a:sym typeface="Helvetica Neue"/>
              </a:defRPr>
            </a:lvl9pPr>
          </a:lstStyle>
          <a:p>
            <a:endParaRPr dirty="0"/>
          </a:p>
        </p:txBody>
      </p:sp>
      <p:pic>
        <p:nvPicPr>
          <p:cNvPr id="10" name="Google Shape;10;p1"/>
          <p:cNvPicPr preferRelativeResize="0"/>
          <p:nvPr/>
        </p:nvPicPr>
        <p:blipFill>
          <a:blip r:embed="rId6">
            <a:alphaModFix/>
          </a:blip>
          <a:stretch>
            <a:fillRect/>
          </a:stretch>
        </p:blipFill>
        <p:spPr>
          <a:xfrm>
            <a:off x="249850" y="4509225"/>
            <a:ext cx="1136748" cy="437925"/>
          </a:xfrm>
          <a:prstGeom prst="rect">
            <a:avLst/>
          </a:prstGeom>
          <a:noFill/>
          <a:ln>
            <a:noFill/>
          </a:ln>
        </p:spPr>
      </p:pic>
      <p:sp>
        <p:nvSpPr>
          <p:cNvPr id="11" name="Google Shape;11;p1"/>
          <p:cNvSpPr txBox="1">
            <a:spLocks noGrp="1"/>
          </p:cNvSpPr>
          <p:nvPr>
            <p:ph type="body" idx="1"/>
          </p:nvPr>
        </p:nvSpPr>
        <p:spPr>
          <a:xfrm>
            <a:off x="419725" y="1588950"/>
            <a:ext cx="6205800" cy="430857"/>
          </a:xfrm>
          <a:prstGeom prst="rect">
            <a:avLst/>
          </a:prstGeom>
          <a:noFill/>
          <a:ln>
            <a:noFill/>
          </a:ln>
        </p:spPr>
        <p:txBody>
          <a:bodyPr spcFirstLastPara="1" wrap="square" lIns="91425" tIns="91425" rIns="91425" bIns="91425" anchor="t" anchorCtr="0">
            <a:spAutoFit/>
          </a:bodyPr>
          <a:lstStyle>
            <a:lvl1pPr marL="457200" lvl="0" indent="-330200">
              <a:lnSpc>
                <a:spcPct val="100000"/>
              </a:lnSpc>
              <a:spcBef>
                <a:spcPts val="0"/>
              </a:spcBef>
              <a:spcAft>
                <a:spcPts val="0"/>
              </a:spcAft>
              <a:buClr>
                <a:srgbClr val="626262"/>
              </a:buClr>
              <a:buSzPts val="1600"/>
              <a:buChar char="●"/>
              <a:defRPr sz="1600">
                <a:solidFill>
                  <a:srgbClr val="626262"/>
                </a:solidFill>
              </a:defRPr>
            </a:lvl1pPr>
            <a:lvl2pPr marL="914400" lvl="1" indent="-330200">
              <a:lnSpc>
                <a:spcPct val="100000"/>
              </a:lnSpc>
              <a:spcBef>
                <a:spcPts val="1000"/>
              </a:spcBef>
              <a:spcAft>
                <a:spcPts val="0"/>
              </a:spcAft>
              <a:buClr>
                <a:srgbClr val="626262"/>
              </a:buClr>
              <a:buSzPts val="1600"/>
              <a:buChar char="○"/>
              <a:defRPr sz="1600">
                <a:solidFill>
                  <a:srgbClr val="626262"/>
                </a:solidFill>
              </a:defRPr>
            </a:lvl2pPr>
            <a:lvl3pPr marL="1371600" lvl="2" indent="-330200">
              <a:lnSpc>
                <a:spcPct val="100000"/>
              </a:lnSpc>
              <a:spcBef>
                <a:spcPts val="1000"/>
              </a:spcBef>
              <a:spcAft>
                <a:spcPts val="0"/>
              </a:spcAft>
              <a:buClr>
                <a:srgbClr val="626262"/>
              </a:buClr>
              <a:buSzPts val="1600"/>
              <a:buChar char="■"/>
              <a:defRPr sz="1600">
                <a:solidFill>
                  <a:srgbClr val="626262"/>
                </a:solidFill>
              </a:defRPr>
            </a:lvl3pPr>
            <a:lvl4pPr marL="1828800" lvl="3" indent="-330200">
              <a:lnSpc>
                <a:spcPct val="100000"/>
              </a:lnSpc>
              <a:spcBef>
                <a:spcPts val="1000"/>
              </a:spcBef>
              <a:spcAft>
                <a:spcPts val="0"/>
              </a:spcAft>
              <a:buClr>
                <a:srgbClr val="626262"/>
              </a:buClr>
              <a:buSzPts val="1600"/>
              <a:buChar char="●"/>
              <a:defRPr sz="1600">
                <a:solidFill>
                  <a:srgbClr val="626262"/>
                </a:solidFill>
              </a:defRPr>
            </a:lvl4pPr>
            <a:lvl5pPr marL="2286000" lvl="4" indent="-330200">
              <a:lnSpc>
                <a:spcPct val="100000"/>
              </a:lnSpc>
              <a:spcBef>
                <a:spcPts val="1000"/>
              </a:spcBef>
              <a:spcAft>
                <a:spcPts val="0"/>
              </a:spcAft>
              <a:buClr>
                <a:srgbClr val="626262"/>
              </a:buClr>
              <a:buSzPts val="1600"/>
              <a:buChar char="○"/>
              <a:defRPr sz="1600">
                <a:solidFill>
                  <a:srgbClr val="626262"/>
                </a:solidFill>
              </a:defRPr>
            </a:lvl5pPr>
            <a:lvl6pPr marL="2743200" lvl="5" indent="-330200">
              <a:lnSpc>
                <a:spcPct val="100000"/>
              </a:lnSpc>
              <a:spcBef>
                <a:spcPts val="1000"/>
              </a:spcBef>
              <a:spcAft>
                <a:spcPts val="0"/>
              </a:spcAft>
              <a:buClr>
                <a:srgbClr val="626262"/>
              </a:buClr>
              <a:buSzPts val="1600"/>
              <a:buChar char="■"/>
              <a:defRPr sz="1600">
                <a:solidFill>
                  <a:srgbClr val="626262"/>
                </a:solidFill>
              </a:defRPr>
            </a:lvl6pPr>
            <a:lvl7pPr marL="3200400" lvl="6" indent="-330200">
              <a:lnSpc>
                <a:spcPct val="100000"/>
              </a:lnSpc>
              <a:spcBef>
                <a:spcPts val="1000"/>
              </a:spcBef>
              <a:spcAft>
                <a:spcPts val="0"/>
              </a:spcAft>
              <a:buClr>
                <a:srgbClr val="626262"/>
              </a:buClr>
              <a:buSzPts val="1600"/>
              <a:buChar char="●"/>
              <a:defRPr sz="1600">
                <a:solidFill>
                  <a:srgbClr val="626262"/>
                </a:solidFill>
              </a:defRPr>
            </a:lvl7pPr>
            <a:lvl8pPr marL="3657600" lvl="7" indent="-330200">
              <a:lnSpc>
                <a:spcPct val="100000"/>
              </a:lnSpc>
              <a:spcBef>
                <a:spcPts val="1000"/>
              </a:spcBef>
              <a:spcAft>
                <a:spcPts val="0"/>
              </a:spcAft>
              <a:buClr>
                <a:srgbClr val="626262"/>
              </a:buClr>
              <a:buSzPts val="1600"/>
              <a:buChar char="○"/>
              <a:defRPr sz="1600">
                <a:solidFill>
                  <a:srgbClr val="626262"/>
                </a:solidFill>
              </a:defRPr>
            </a:lvl8pPr>
            <a:lvl9pPr marL="4114800" lvl="8" indent="-330200">
              <a:lnSpc>
                <a:spcPct val="100000"/>
              </a:lnSpc>
              <a:spcBef>
                <a:spcPts val="1000"/>
              </a:spcBef>
              <a:spcAft>
                <a:spcPts val="1000"/>
              </a:spcAft>
              <a:buClr>
                <a:srgbClr val="626262"/>
              </a:buClr>
              <a:buSzPts val="1600"/>
              <a:buChar char="■"/>
              <a:defRPr sz="1600">
                <a:solidFill>
                  <a:srgbClr val="626262"/>
                </a:solidFill>
              </a:defRPr>
            </a:lvl9pPr>
          </a:lstStyle>
          <a:p>
            <a:endParaRPr dirty="0"/>
          </a:p>
        </p:txBody>
      </p:sp>
      <p:sp>
        <p:nvSpPr>
          <p:cNvPr id="2" name="Google Shape;11;p1">
            <a:extLst>
              <a:ext uri="{FF2B5EF4-FFF2-40B4-BE49-F238E27FC236}">
                <a16:creationId xmlns:a16="http://schemas.microsoft.com/office/drawing/2014/main" id="{38E4E5E1-C788-7576-4CAD-E3E1EDB20DA3}"/>
              </a:ext>
            </a:extLst>
          </p:cNvPr>
          <p:cNvSpPr txBox="1"/>
          <p:nvPr userDrawn="1"/>
        </p:nvSpPr>
        <p:spPr>
          <a:xfrm>
            <a:off x="3193650" y="4544288"/>
            <a:ext cx="2756700" cy="367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dirty="0">
                <a:solidFill>
                  <a:srgbClr val="626262"/>
                </a:solidFill>
                <a:latin typeface="Arial"/>
                <a:ea typeface="Arial"/>
                <a:cs typeface="Arial"/>
                <a:sym typeface="Arial"/>
              </a:rPr>
              <a:t>Original Copyright Ocado Group 2024</a:t>
            </a:r>
            <a:endParaRPr sz="500" b="0" i="0" u="none" strike="noStrike" cap="none" dirty="0">
              <a:solidFill>
                <a:srgbClr val="626262"/>
              </a:solidFill>
              <a:latin typeface="Arial"/>
              <a:ea typeface="Arial"/>
              <a:cs typeface="Arial"/>
              <a:sym typeface="Arial"/>
            </a:endParaRPr>
          </a:p>
        </p:txBody>
      </p:sp>
      <p:pic>
        <p:nvPicPr>
          <p:cNvPr id="3" name="Google Shape;11;p29">
            <a:extLst>
              <a:ext uri="{FF2B5EF4-FFF2-40B4-BE49-F238E27FC236}">
                <a16:creationId xmlns:a16="http://schemas.microsoft.com/office/drawing/2014/main" id="{F317D403-6A39-405E-5D3E-7F3453C222B7}"/>
              </a:ext>
            </a:extLst>
          </p:cNvPr>
          <p:cNvPicPr preferRelativeResize="0"/>
          <p:nvPr userDrawn="1"/>
        </p:nvPicPr>
        <p:blipFill rotWithShape="1">
          <a:blip r:embed="rId7">
            <a:alphaModFix/>
          </a:blip>
          <a:srcRect/>
          <a:stretch/>
        </p:blipFill>
        <p:spPr>
          <a:xfrm>
            <a:off x="8233816" y="4291101"/>
            <a:ext cx="910172" cy="85240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6"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n-lt"/>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53">
          <p15:clr>
            <a:srgbClr val="EA4335"/>
          </p15:clr>
        </p15:guide>
        <p15:guide id="2" orient="horz" pos="677">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p:nvPr/>
        </p:nvSpPr>
        <p:spPr>
          <a:xfrm>
            <a:off x="840350" y="1526250"/>
            <a:ext cx="7293600" cy="2091000"/>
          </a:xfrm>
          <a:prstGeom prst="rect">
            <a:avLst/>
          </a:prstGeom>
          <a:noFill/>
          <a:ln>
            <a:noFill/>
          </a:ln>
        </p:spPr>
        <p:txBody>
          <a:bodyPr spcFirstLastPara="1" wrap="square" lIns="91425" tIns="91425" rIns="91425" bIns="91425" anchor="t" anchorCtr="0">
            <a:noAutofit/>
          </a:bodyPr>
          <a:lstStyle/>
          <a:p>
            <a:pPr lvl="0" algn="ctr"/>
            <a:r>
              <a:rPr lang="ta-IN" sz="3100" b="1" dirty="0">
                <a:solidFill>
                  <a:srgbClr val="FFFFFF"/>
                </a:solidFill>
                <a:latin typeface="Space Grotesk Medium" panose="020B0604020202020204" charset="0"/>
                <a:ea typeface="Space Grotesk"/>
                <a:cs typeface="Space Grotesk Medium" panose="020B0604020202020204" charset="0"/>
                <a:sym typeface="Space Grotesk"/>
              </a:rPr>
              <a:t>அமர்வு 8</a:t>
            </a:r>
          </a:p>
          <a:p>
            <a:pPr lvl="0" algn="ctr"/>
            <a:r>
              <a:rPr lang="ta-IN" sz="3100" b="1" dirty="0">
                <a:solidFill>
                  <a:srgbClr val="FFFFFF"/>
                </a:solidFill>
                <a:latin typeface="Space Grotesk Medium" panose="020B0604020202020204" charset="0"/>
                <a:ea typeface="Space Grotesk"/>
                <a:cs typeface="Space Grotesk Medium" panose="020B0604020202020204" charset="0"/>
                <a:sym typeface="Space Grotesk"/>
              </a:rPr>
              <a:t>நிச்சயமற்ற "சுழல்கள்"</a:t>
            </a:r>
            <a:endParaRPr sz="1800" dirty="0">
              <a:solidFill>
                <a:srgbClr val="FFFFFF"/>
              </a:solidFill>
              <a:latin typeface="Consolas" panose="020B0609020204030204" pitchFamily="49" charset="0"/>
              <a:ea typeface="Source Sans Pro"/>
              <a:cs typeface="Source Sans Pro"/>
              <a:sym typeface="Source Sans Pr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1"/>
          <p:cNvSpPr txBox="1">
            <a:spLocks noGrp="1"/>
          </p:cNvSpPr>
          <p:nvPr>
            <p:ph type="title"/>
          </p:nvPr>
        </p:nvSpPr>
        <p:spPr>
          <a:xfrm>
            <a:off x="311700" y="415528"/>
            <a:ext cx="8520600" cy="572700"/>
          </a:xfrm>
          <a:prstGeom prst="rect">
            <a:avLst/>
          </a:prstGeom>
        </p:spPr>
        <p:txBody>
          <a:bodyPr spcFirstLastPara="1" wrap="square" lIns="59850" tIns="59850" rIns="59850" bIns="59850" anchor="t" anchorCtr="0">
            <a:noAutofit/>
          </a:bodyPr>
          <a:lstStyle/>
          <a:p>
            <a:pPr lvl="0"/>
            <a:r>
              <a:rPr lang="ta-IN" dirty="0"/>
              <a:t>பாடம் தொடங்குபவர்</a:t>
            </a:r>
            <a:endParaRPr dirty="0"/>
          </a:p>
        </p:txBody>
      </p:sp>
      <p:sp>
        <p:nvSpPr>
          <p:cNvPr id="265" name="Google Shape;265;p41"/>
          <p:cNvSpPr txBox="1">
            <a:spLocks noGrp="1"/>
          </p:cNvSpPr>
          <p:nvPr>
            <p:ph type="body" idx="1"/>
          </p:nvPr>
        </p:nvSpPr>
        <p:spPr>
          <a:xfrm>
            <a:off x="311700" y="1152475"/>
            <a:ext cx="8520600" cy="589875"/>
          </a:xfrm>
          <a:prstGeom prst="rect">
            <a:avLst/>
          </a:prstGeom>
        </p:spPr>
        <p:txBody>
          <a:bodyPr spcFirstLastPara="1" wrap="square" lIns="91425" tIns="91425" rIns="91425" bIns="91425" anchor="t" anchorCtr="0">
            <a:spAutoFit/>
          </a:bodyPr>
          <a:lstStyle/>
          <a:p>
            <a:pPr marL="0" lvl="0" indent="0">
              <a:spcAft>
                <a:spcPts val="1000"/>
              </a:spcAft>
              <a:buNone/>
            </a:pPr>
            <a:r>
              <a:rPr lang="ta-IN" dirty="0"/>
              <a:t>இந்த குறியீடு என்ன செய்கிறது?</a:t>
            </a:r>
            <a:endParaRPr b="1" dirty="0"/>
          </a:p>
        </p:txBody>
      </p:sp>
      <p:pic>
        <p:nvPicPr>
          <p:cNvPr id="3" name="Picture 2">
            <a:extLst>
              <a:ext uri="{FF2B5EF4-FFF2-40B4-BE49-F238E27FC236}">
                <a16:creationId xmlns:a16="http://schemas.microsoft.com/office/drawing/2014/main" id="{430BB5EB-1FE1-899C-0F88-21FBFC4B4CA4}"/>
              </a:ext>
            </a:extLst>
          </p:cNvPr>
          <p:cNvPicPr>
            <a:picLocks noChangeAspect="1"/>
          </p:cNvPicPr>
          <p:nvPr/>
        </p:nvPicPr>
        <p:blipFill>
          <a:blip r:embed="rId3"/>
          <a:stretch>
            <a:fillRect/>
          </a:stretch>
        </p:blipFill>
        <p:spPr>
          <a:xfrm>
            <a:off x="853882" y="1790718"/>
            <a:ext cx="3848637" cy="5906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3">
          <a:extLst>
            <a:ext uri="{FF2B5EF4-FFF2-40B4-BE49-F238E27FC236}">
              <a16:creationId xmlns:a16="http://schemas.microsoft.com/office/drawing/2014/main" id="{101F7EAA-D94F-A2BA-7EE2-D4B9913FB51C}"/>
            </a:ext>
          </a:extLst>
        </p:cNvPr>
        <p:cNvGrpSpPr/>
        <p:nvPr/>
      </p:nvGrpSpPr>
      <p:grpSpPr>
        <a:xfrm>
          <a:off x="0" y="0"/>
          <a:ext cx="0" cy="0"/>
          <a:chOff x="0" y="0"/>
          <a:chExt cx="0" cy="0"/>
        </a:xfrm>
      </p:grpSpPr>
      <p:sp>
        <p:nvSpPr>
          <p:cNvPr id="264" name="Google Shape;264;p41">
            <a:extLst>
              <a:ext uri="{FF2B5EF4-FFF2-40B4-BE49-F238E27FC236}">
                <a16:creationId xmlns:a16="http://schemas.microsoft.com/office/drawing/2014/main" id="{9280BE4A-A72F-7371-04E9-9EBF03E17A77}"/>
              </a:ext>
            </a:extLst>
          </p:cNvPr>
          <p:cNvSpPr txBox="1">
            <a:spLocks noGrp="1"/>
          </p:cNvSpPr>
          <p:nvPr>
            <p:ph type="title"/>
          </p:nvPr>
        </p:nvSpPr>
        <p:spPr>
          <a:xfrm>
            <a:off x="311700" y="445025"/>
            <a:ext cx="8520600" cy="572700"/>
          </a:xfrm>
          <a:prstGeom prst="rect">
            <a:avLst/>
          </a:prstGeom>
        </p:spPr>
        <p:txBody>
          <a:bodyPr spcFirstLastPara="1" wrap="square" lIns="59850" tIns="59850" rIns="59850" bIns="59850" anchor="t" anchorCtr="0">
            <a:noAutofit/>
          </a:bodyPr>
          <a:lstStyle/>
          <a:p>
            <a:pPr lvl="0"/>
            <a:r>
              <a:rPr lang="ta-IN" dirty="0"/>
              <a:t>பாடம் தொடங்குபவர்</a:t>
            </a:r>
            <a:endParaRPr dirty="0"/>
          </a:p>
        </p:txBody>
      </p:sp>
      <p:sp>
        <p:nvSpPr>
          <p:cNvPr id="265" name="Google Shape;265;p41">
            <a:extLst>
              <a:ext uri="{FF2B5EF4-FFF2-40B4-BE49-F238E27FC236}">
                <a16:creationId xmlns:a16="http://schemas.microsoft.com/office/drawing/2014/main" id="{4A7201BD-A8E1-ED06-D1F6-7DDF0695463D}"/>
              </a:ext>
            </a:extLst>
          </p:cNvPr>
          <p:cNvSpPr txBox="1">
            <a:spLocks noGrp="1"/>
          </p:cNvSpPr>
          <p:nvPr>
            <p:ph type="body" idx="1"/>
          </p:nvPr>
        </p:nvSpPr>
        <p:spPr>
          <a:xfrm>
            <a:off x="311700" y="1152475"/>
            <a:ext cx="3484445" cy="3282920"/>
          </a:xfrm>
          <a:prstGeom prst="rect">
            <a:avLst/>
          </a:prstGeom>
        </p:spPr>
        <p:txBody>
          <a:bodyPr spcFirstLastPara="1" wrap="square" lIns="91425" tIns="91425" rIns="91425" bIns="91425" anchor="t" anchorCtr="0">
            <a:spAutoFit/>
          </a:bodyPr>
          <a:lstStyle/>
          <a:p>
            <a:pPr marL="285750" indent="-285750">
              <a:spcAft>
                <a:spcPts val="1000"/>
              </a:spcAft>
              <a:buFont typeface="Arial" panose="020B0604020202020204" pitchFamily="34" charset="0"/>
              <a:buChar char="•"/>
            </a:pPr>
            <a:r>
              <a:rPr lang="ta-IN" sz="1400" dirty="0"/>
              <a:t>இந்த வெளியீட்டை விளக்க முடியுமா?</a:t>
            </a:r>
          </a:p>
          <a:p>
            <a:pPr marL="285750" indent="-285750">
              <a:spcAft>
                <a:spcPts val="1000"/>
              </a:spcAft>
              <a:buFont typeface="Arial" panose="020B0604020202020204" pitchFamily="34" charset="0"/>
              <a:buChar char="•"/>
            </a:pPr>
            <a:r>
              <a:rPr lang="ta-IN" sz="1400" dirty="0"/>
              <a:t>இது ஒரு நிச்சயமற்ற வளையம்</a:t>
            </a:r>
          </a:p>
          <a:p>
            <a:pPr marL="285750" indent="-285750">
              <a:spcAft>
                <a:spcPts val="1000"/>
              </a:spcAft>
              <a:buFont typeface="Arial" panose="020B0604020202020204" pitchFamily="34" charset="0"/>
              <a:buChar char="•"/>
            </a:pPr>
            <a:r>
              <a:rPr lang="ta-IN" sz="1400" dirty="0"/>
              <a:t>ஒரு நிச்சயமற்ற வளையத்தில், நாம் குறியீட்டை எழுதும்போது லூப் எத்தனை முறை திரும்பத் திரும்ப வரும் என்பது நமக்குத் தெரியாது.</a:t>
            </a:r>
          </a:p>
          <a:p>
            <a:pPr marL="285750" indent="-285750">
              <a:spcAft>
                <a:spcPts val="1000"/>
              </a:spcAft>
              <a:buFont typeface="Arial" panose="020B0604020202020204" pitchFamily="34" charset="0"/>
              <a:buChar char="•"/>
            </a:pPr>
            <a:r>
              <a:rPr lang="ta-IN" sz="1400" dirty="0"/>
              <a:t>நாம் முதல் முறையாக “ஆம்” என உள்ளிட்டிருந்தால், லூப் ஒரு முறை மட்டுமே திரும்பத் திரும்ப வந்திருக்கும்.</a:t>
            </a:r>
            <a:endParaRPr sz="1400" b="1" dirty="0"/>
          </a:p>
        </p:txBody>
      </p:sp>
      <p:pic>
        <p:nvPicPr>
          <p:cNvPr id="10" name="Picture 9">
            <a:extLst>
              <a:ext uri="{FF2B5EF4-FFF2-40B4-BE49-F238E27FC236}">
                <a16:creationId xmlns:a16="http://schemas.microsoft.com/office/drawing/2014/main" id="{23833193-873D-6922-C5C7-DA1F66EC18F7}"/>
              </a:ext>
            </a:extLst>
          </p:cNvPr>
          <p:cNvPicPr>
            <a:picLocks noChangeAspect="1"/>
          </p:cNvPicPr>
          <p:nvPr/>
        </p:nvPicPr>
        <p:blipFill>
          <a:blip r:embed="rId3"/>
          <a:stretch>
            <a:fillRect/>
          </a:stretch>
        </p:blipFill>
        <p:spPr>
          <a:xfrm>
            <a:off x="3941098" y="1298896"/>
            <a:ext cx="3915321" cy="781159"/>
          </a:xfrm>
          <a:prstGeom prst="rect">
            <a:avLst/>
          </a:prstGeom>
        </p:spPr>
      </p:pic>
      <p:pic>
        <p:nvPicPr>
          <p:cNvPr id="3" name="Picture 2">
            <a:extLst>
              <a:ext uri="{FF2B5EF4-FFF2-40B4-BE49-F238E27FC236}">
                <a16:creationId xmlns:a16="http://schemas.microsoft.com/office/drawing/2014/main" id="{AEAB6012-238D-F501-3722-0EEEB212E9B3}"/>
              </a:ext>
            </a:extLst>
          </p:cNvPr>
          <p:cNvPicPr>
            <a:picLocks noChangeAspect="1"/>
          </p:cNvPicPr>
          <p:nvPr/>
        </p:nvPicPr>
        <p:blipFill>
          <a:blip r:embed="rId4"/>
          <a:stretch>
            <a:fillRect/>
          </a:stretch>
        </p:blipFill>
        <p:spPr>
          <a:xfrm>
            <a:off x="3941098" y="2169162"/>
            <a:ext cx="4455129" cy="1592499"/>
          </a:xfrm>
          <a:prstGeom prst="rect">
            <a:avLst/>
          </a:prstGeom>
        </p:spPr>
      </p:pic>
    </p:spTree>
    <p:extLst>
      <p:ext uri="{BB962C8B-B14F-4D97-AF65-F5344CB8AC3E}">
        <p14:creationId xmlns:p14="http://schemas.microsoft.com/office/powerpoint/2010/main" val="2874918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8A31FC-7D29-9C59-4451-09A9A6FE9A7A}"/>
              </a:ext>
            </a:extLst>
          </p:cNvPr>
          <p:cNvSpPr>
            <a:spLocks noGrp="1"/>
          </p:cNvSpPr>
          <p:nvPr>
            <p:ph type="title"/>
          </p:nvPr>
        </p:nvSpPr>
        <p:spPr>
          <a:xfrm>
            <a:off x="1455379" y="1681225"/>
            <a:ext cx="6233241" cy="756900"/>
          </a:xfrm>
        </p:spPr>
        <p:txBody>
          <a:bodyPr/>
          <a:lstStyle/>
          <a:p>
            <a:r>
              <a:rPr lang="ta-IN" dirty="0"/>
              <a:t>செயல்பாடு 1: பைதான் டெனில் உள்ள நிச்சயமற்ற சுழல்களை ஆராய்தல்</a:t>
            </a:r>
            <a:endParaRPr lang="en-GB" dirty="0"/>
          </a:p>
        </p:txBody>
      </p:sp>
    </p:spTree>
    <p:extLst>
      <p:ext uri="{BB962C8B-B14F-4D97-AF65-F5344CB8AC3E}">
        <p14:creationId xmlns:p14="http://schemas.microsoft.com/office/powerpoint/2010/main" val="1799473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3A5835-532E-1260-DF42-43A8761C60DB}"/>
              </a:ext>
            </a:extLst>
          </p:cNvPr>
          <p:cNvSpPr>
            <a:spLocks noGrp="1"/>
          </p:cNvSpPr>
          <p:nvPr>
            <p:ph type="title"/>
          </p:nvPr>
        </p:nvSpPr>
        <p:spPr/>
        <p:txBody>
          <a:bodyPr/>
          <a:lstStyle/>
          <a:p>
            <a:r>
              <a:rPr lang="ta-IN" sz="2400" dirty="0"/>
              <a:t>பைதான் டெனில் உள்ள நிச்சயமற்ற</a:t>
            </a:r>
            <a:r>
              <a:rPr lang="en-US" sz="2400" dirty="0"/>
              <a:t> </a:t>
            </a:r>
            <a:r>
              <a:rPr lang="ta-IN" sz="2400" dirty="0"/>
              <a:t>சுழல்கள்</a:t>
            </a:r>
            <a:endParaRPr lang="en-GB" sz="2400" dirty="0"/>
          </a:p>
        </p:txBody>
      </p:sp>
      <p:sp>
        <p:nvSpPr>
          <p:cNvPr id="4" name="Text Placeholder 3">
            <a:extLst>
              <a:ext uri="{FF2B5EF4-FFF2-40B4-BE49-F238E27FC236}">
                <a16:creationId xmlns:a16="http://schemas.microsoft.com/office/drawing/2014/main" id="{A6B44DAD-524C-1A44-B637-7EB535FCC08F}"/>
              </a:ext>
            </a:extLst>
          </p:cNvPr>
          <p:cNvSpPr>
            <a:spLocks noGrp="1"/>
          </p:cNvSpPr>
          <p:nvPr>
            <p:ph type="body" idx="1"/>
          </p:nvPr>
        </p:nvSpPr>
        <p:spPr>
          <a:xfrm>
            <a:off x="311700" y="1152475"/>
            <a:ext cx="8520600" cy="923299"/>
          </a:xfrm>
        </p:spPr>
        <p:txBody>
          <a:bodyPr/>
          <a:lstStyle/>
          <a:p>
            <a:r>
              <a:rPr lang="ta-IN" sz="1600" dirty="0"/>
              <a:t>இந்த நிலையில் எண்ணப்பட்ட வளையம் இல்லை என்பதைக் கவனியுங்கள்.</a:t>
            </a:r>
          </a:p>
          <a:p>
            <a:r>
              <a:rPr lang="ta-IN" sz="1600" dirty="0"/>
              <a:t>இதை எவ்வாறு தீர்ப்பது?</a:t>
            </a:r>
            <a:endParaRPr lang="en-GB" sz="1600" dirty="0"/>
          </a:p>
        </p:txBody>
      </p:sp>
      <p:sp>
        <p:nvSpPr>
          <p:cNvPr id="5" name="Google Shape;120;p22">
            <a:extLst>
              <a:ext uri="{FF2B5EF4-FFF2-40B4-BE49-F238E27FC236}">
                <a16:creationId xmlns:a16="http://schemas.microsoft.com/office/drawing/2014/main" id="{EB379E5D-D22E-777E-8E70-CA9836FC4370}"/>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1</a:t>
            </a:r>
            <a:endParaRPr sz="1600" b="1" i="0" u="none" strike="noStrike" cap="none" dirty="0">
              <a:solidFill>
                <a:schemeClr val="lt1"/>
              </a:solidFill>
              <a:latin typeface="Arial" panose="020B0604020202020204" pitchFamily="34" charset="0"/>
              <a:ea typeface="Inter" panose="020B0604020202020204" charset="0"/>
              <a:sym typeface="Arial"/>
            </a:endParaRPr>
          </a:p>
        </p:txBody>
      </p:sp>
      <p:pic>
        <p:nvPicPr>
          <p:cNvPr id="11" name="Picture 10">
            <a:extLst>
              <a:ext uri="{FF2B5EF4-FFF2-40B4-BE49-F238E27FC236}">
                <a16:creationId xmlns:a16="http://schemas.microsoft.com/office/drawing/2014/main" id="{2C958EB2-27E7-91C1-1414-A55CB9795B61}"/>
              </a:ext>
            </a:extLst>
          </p:cNvPr>
          <p:cNvPicPr>
            <a:picLocks noChangeAspect="1"/>
          </p:cNvPicPr>
          <p:nvPr/>
        </p:nvPicPr>
        <p:blipFill>
          <a:blip r:embed="rId2"/>
          <a:stretch>
            <a:fillRect/>
          </a:stretch>
        </p:blipFill>
        <p:spPr>
          <a:xfrm>
            <a:off x="568036" y="1972003"/>
            <a:ext cx="8194964" cy="2006781"/>
          </a:xfrm>
          <a:prstGeom prst="rect">
            <a:avLst/>
          </a:prstGeom>
        </p:spPr>
      </p:pic>
    </p:spTree>
    <p:extLst>
      <p:ext uri="{BB962C8B-B14F-4D97-AF65-F5344CB8AC3E}">
        <p14:creationId xmlns:p14="http://schemas.microsoft.com/office/powerpoint/2010/main" val="4000079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FD164-97EA-ACEB-96C3-E50B784F7D9E}"/>
              </a:ext>
            </a:extLst>
          </p:cNvPr>
          <p:cNvSpPr>
            <a:spLocks noGrp="1"/>
          </p:cNvSpPr>
          <p:nvPr>
            <p:ph type="title"/>
          </p:nvPr>
        </p:nvSpPr>
        <p:spPr/>
        <p:txBody>
          <a:bodyPr/>
          <a:lstStyle/>
          <a:p>
            <a:r>
              <a:rPr lang="ta-IN" dirty="0"/>
              <a:t>நிச்சயமற்ற சுழல்கள்</a:t>
            </a:r>
            <a:endParaRPr lang="en-GB" dirty="0"/>
          </a:p>
        </p:txBody>
      </p:sp>
      <p:sp>
        <p:nvSpPr>
          <p:cNvPr id="3" name="Text Placeholder 2">
            <a:extLst>
              <a:ext uri="{FF2B5EF4-FFF2-40B4-BE49-F238E27FC236}">
                <a16:creationId xmlns:a16="http://schemas.microsoft.com/office/drawing/2014/main" id="{49B681F9-17E9-0A79-5912-AA469037529B}"/>
              </a:ext>
            </a:extLst>
          </p:cNvPr>
          <p:cNvSpPr>
            <a:spLocks noGrp="1"/>
          </p:cNvSpPr>
          <p:nvPr>
            <p:ph type="body" idx="1"/>
          </p:nvPr>
        </p:nvSpPr>
        <p:spPr>
          <a:xfrm>
            <a:off x="311699" y="1152475"/>
            <a:ext cx="5569556" cy="1754296"/>
          </a:xfrm>
        </p:spPr>
        <p:txBody>
          <a:bodyPr/>
          <a:lstStyle/>
          <a:p>
            <a:r>
              <a:rPr lang="ta-IN" sz="1600" dirty="0"/>
              <a:t>தீர்வு இதோ</a:t>
            </a:r>
            <a:r>
              <a:rPr lang="en-US" sz="1600" dirty="0"/>
              <a:t>  </a:t>
            </a:r>
            <a:r>
              <a:rPr lang="ta-IN" sz="1600" dirty="0"/>
              <a:t>ஒரு நிபந்தனை (இலக்கில் இல்லை) உண்மையாக இருக்கும்போது இந்த வளையம் தொடர்ந்து மீண்டும் நிகழ்கிறது</a:t>
            </a:r>
          </a:p>
          <a:p>
            <a:r>
              <a:rPr lang="ta-IN" sz="1600" dirty="0"/>
              <a:t>பைதான் டெனி</a:t>
            </a:r>
            <a:r>
              <a:rPr lang="ta-IN" dirty="0"/>
              <a:t>ல் 25 - 30 நிலைகளைச் செய்யுங்கள்</a:t>
            </a:r>
            <a:endParaRPr lang="en-GB" dirty="0"/>
          </a:p>
          <a:p>
            <a:endParaRPr lang="en-GB" dirty="0"/>
          </a:p>
        </p:txBody>
      </p:sp>
      <p:pic>
        <p:nvPicPr>
          <p:cNvPr id="14" name="Picture 13">
            <a:extLst>
              <a:ext uri="{FF2B5EF4-FFF2-40B4-BE49-F238E27FC236}">
                <a16:creationId xmlns:a16="http://schemas.microsoft.com/office/drawing/2014/main" id="{8A902C50-0D85-885B-EC6C-D1877409B771}"/>
              </a:ext>
            </a:extLst>
          </p:cNvPr>
          <p:cNvPicPr>
            <a:picLocks noChangeAspect="1"/>
          </p:cNvPicPr>
          <p:nvPr/>
        </p:nvPicPr>
        <p:blipFill rotWithShape="1">
          <a:blip r:embed="rId2"/>
          <a:srcRect l="42651"/>
          <a:stretch/>
        </p:blipFill>
        <p:spPr>
          <a:xfrm>
            <a:off x="5617949" y="108268"/>
            <a:ext cx="3429068" cy="1464223"/>
          </a:xfrm>
          <a:prstGeom prst="rect">
            <a:avLst/>
          </a:prstGeom>
        </p:spPr>
      </p:pic>
      <p:pic>
        <p:nvPicPr>
          <p:cNvPr id="16" name="Picture 15">
            <a:extLst>
              <a:ext uri="{FF2B5EF4-FFF2-40B4-BE49-F238E27FC236}">
                <a16:creationId xmlns:a16="http://schemas.microsoft.com/office/drawing/2014/main" id="{32E06462-2FEE-F080-699C-FB7C1F609C7C}"/>
              </a:ext>
            </a:extLst>
          </p:cNvPr>
          <p:cNvPicPr>
            <a:picLocks noChangeAspect="1"/>
          </p:cNvPicPr>
          <p:nvPr/>
        </p:nvPicPr>
        <p:blipFill>
          <a:blip r:embed="rId3"/>
          <a:stretch>
            <a:fillRect/>
          </a:stretch>
        </p:blipFill>
        <p:spPr>
          <a:xfrm>
            <a:off x="672581" y="2571750"/>
            <a:ext cx="3296110" cy="1457528"/>
          </a:xfrm>
          <a:prstGeom prst="rect">
            <a:avLst/>
          </a:prstGeom>
        </p:spPr>
      </p:pic>
      <p:pic>
        <p:nvPicPr>
          <p:cNvPr id="18" name="Picture 17">
            <a:extLst>
              <a:ext uri="{FF2B5EF4-FFF2-40B4-BE49-F238E27FC236}">
                <a16:creationId xmlns:a16="http://schemas.microsoft.com/office/drawing/2014/main" id="{4A787935-0C58-7C4D-5611-CFABD49DD9A2}"/>
              </a:ext>
            </a:extLst>
          </p:cNvPr>
          <p:cNvPicPr>
            <a:picLocks noChangeAspect="1"/>
          </p:cNvPicPr>
          <p:nvPr/>
        </p:nvPicPr>
        <p:blipFill>
          <a:blip r:embed="rId4"/>
          <a:stretch>
            <a:fillRect/>
          </a:stretch>
        </p:blipFill>
        <p:spPr>
          <a:xfrm>
            <a:off x="4105369" y="2533298"/>
            <a:ext cx="4867954" cy="1324160"/>
          </a:xfrm>
          <a:prstGeom prst="rect">
            <a:avLst/>
          </a:prstGeom>
        </p:spPr>
      </p:pic>
    </p:spTree>
    <p:extLst>
      <p:ext uri="{BB962C8B-B14F-4D97-AF65-F5344CB8AC3E}">
        <p14:creationId xmlns:p14="http://schemas.microsoft.com/office/powerpoint/2010/main" val="2564964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E97C4A-2E2E-48AE-8CB3-25215E86CE54}"/>
              </a:ext>
            </a:extLst>
          </p:cNvPr>
          <p:cNvSpPr>
            <a:spLocks noGrp="1"/>
          </p:cNvSpPr>
          <p:nvPr>
            <p:ph type="title"/>
          </p:nvPr>
        </p:nvSpPr>
        <p:spPr/>
        <p:txBody>
          <a:bodyPr/>
          <a:lstStyle/>
          <a:p>
            <a:r>
              <a:rPr lang="ta-IN" sz="2400" dirty="0"/>
              <a:t>செயல்பாடு 2: பைதான் டெனில் ஒரு நிச்சயமற்ற சுழற்சியில் தேர்வு செய்தல்</a:t>
            </a:r>
            <a:endParaRPr lang="en-GB" sz="2400" dirty="0"/>
          </a:p>
        </p:txBody>
      </p:sp>
    </p:spTree>
    <p:extLst>
      <p:ext uri="{BB962C8B-B14F-4D97-AF65-F5344CB8AC3E}">
        <p14:creationId xmlns:p14="http://schemas.microsoft.com/office/powerpoint/2010/main" val="1258407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E440-8F6D-C8AE-2EC7-4C3883746C2D}"/>
              </a:ext>
            </a:extLst>
          </p:cNvPr>
          <p:cNvSpPr>
            <a:spLocks noGrp="1"/>
          </p:cNvSpPr>
          <p:nvPr>
            <p:ph type="title"/>
          </p:nvPr>
        </p:nvSpPr>
        <p:spPr/>
        <p:txBody>
          <a:bodyPr/>
          <a:lstStyle/>
          <a:p>
            <a:r>
              <a:rPr lang="ta-IN" sz="2000" dirty="0"/>
              <a:t>பைதான் டெனில் ஒரு நிச்சயமற்ற சுழற்சியில் தேர்வு செய்தல்</a:t>
            </a:r>
            <a:endParaRPr lang="en-GB" sz="2000" dirty="0"/>
          </a:p>
        </p:txBody>
      </p:sp>
      <p:sp>
        <p:nvSpPr>
          <p:cNvPr id="3" name="Text Placeholder 2">
            <a:extLst>
              <a:ext uri="{FF2B5EF4-FFF2-40B4-BE49-F238E27FC236}">
                <a16:creationId xmlns:a16="http://schemas.microsoft.com/office/drawing/2014/main" id="{E3511B09-5B13-2B9E-AE70-53DADF27ED33}"/>
              </a:ext>
            </a:extLst>
          </p:cNvPr>
          <p:cNvSpPr>
            <a:spLocks noGrp="1"/>
          </p:cNvSpPr>
          <p:nvPr>
            <p:ph type="body" idx="1"/>
          </p:nvPr>
        </p:nvSpPr>
        <p:spPr>
          <a:xfrm>
            <a:off x="311700" y="1152475"/>
            <a:ext cx="5234475" cy="1569630"/>
          </a:xfrm>
        </p:spPr>
        <p:txBody>
          <a:bodyPr/>
          <a:lstStyle/>
          <a:p>
            <a:r>
              <a:rPr lang="ta-IN" dirty="0"/>
              <a:t>ஒரு நிச்சயமற்ற சுழற்சியைப் பயன்படுத்தி இந்த நிலையை எவ்வாறு தீர்க்க முடியும்?</a:t>
            </a:r>
            <a:endParaRPr lang="en-US" dirty="0"/>
          </a:p>
          <a:p>
            <a:endParaRPr lang="en-US" dirty="0"/>
          </a:p>
          <a:p>
            <a:endParaRPr lang="en-GB" dirty="0"/>
          </a:p>
          <a:p>
            <a:endParaRPr lang="en-GB" dirty="0"/>
          </a:p>
        </p:txBody>
      </p:sp>
      <p:pic>
        <p:nvPicPr>
          <p:cNvPr id="2050" name="Picture 2">
            <a:extLst>
              <a:ext uri="{FF2B5EF4-FFF2-40B4-BE49-F238E27FC236}">
                <a16:creationId xmlns:a16="http://schemas.microsoft.com/office/drawing/2014/main" id="{93E4E47F-1398-B3FE-BCB2-92697F43F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6175" y="1052891"/>
            <a:ext cx="3286125" cy="2476500"/>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20;p22">
            <a:extLst>
              <a:ext uri="{FF2B5EF4-FFF2-40B4-BE49-F238E27FC236}">
                <a16:creationId xmlns:a16="http://schemas.microsoft.com/office/drawing/2014/main" id="{D2D15B0D-6CF5-F4C2-D614-C7DE07AA9868}"/>
              </a:ext>
            </a:extLst>
          </p:cNvPr>
          <p:cNvSpPr/>
          <p:nvPr/>
        </p:nvSpPr>
        <p:spPr>
          <a:xfrm>
            <a:off x="7696663" y="3732416"/>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2</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290535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E440-8F6D-C8AE-2EC7-4C3883746C2D}"/>
              </a:ext>
            </a:extLst>
          </p:cNvPr>
          <p:cNvSpPr>
            <a:spLocks noGrp="1"/>
          </p:cNvSpPr>
          <p:nvPr>
            <p:ph type="title"/>
          </p:nvPr>
        </p:nvSpPr>
        <p:spPr>
          <a:xfrm>
            <a:off x="311699" y="176133"/>
            <a:ext cx="6191003" cy="587430"/>
          </a:xfrm>
        </p:spPr>
        <p:txBody>
          <a:bodyPr/>
          <a:lstStyle/>
          <a:p>
            <a:r>
              <a:rPr lang="ta-IN" sz="2400" dirty="0"/>
              <a:t>பைதான் டெனில் ஒரு நிச்சயமற்ற சுழற்சியில் தேர்வு செய்தல்</a:t>
            </a:r>
            <a:endParaRPr lang="en-GB" sz="2400" dirty="0"/>
          </a:p>
        </p:txBody>
      </p:sp>
      <p:sp>
        <p:nvSpPr>
          <p:cNvPr id="3" name="Text Placeholder 2">
            <a:extLst>
              <a:ext uri="{FF2B5EF4-FFF2-40B4-BE49-F238E27FC236}">
                <a16:creationId xmlns:a16="http://schemas.microsoft.com/office/drawing/2014/main" id="{E3511B09-5B13-2B9E-AE70-53DADF27ED33}"/>
              </a:ext>
            </a:extLst>
          </p:cNvPr>
          <p:cNvSpPr>
            <a:spLocks noGrp="1"/>
          </p:cNvSpPr>
          <p:nvPr>
            <p:ph type="body" idx="1"/>
          </p:nvPr>
        </p:nvSpPr>
        <p:spPr>
          <a:xfrm>
            <a:off x="311700" y="1152475"/>
            <a:ext cx="8520600" cy="738633"/>
          </a:xfrm>
        </p:spPr>
        <p:txBody>
          <a:bodyPr/>
          <a:lstStyle/>
          <a:p>
            <a:r>
              <a:rPr lang="ta-IN" dirty="0"/>
              <a:t>இதோ தீர்வு</a:t>
            </a:r>
            <a:endParaRPr lang="en-GB" dirty="0"/>
          </a:p>
          <a:p>
            <a:endParaRPr lang="en-GB" dirty="0"/>
          </a:p>
        </p:txBody>
      </p:sp>
      <p:pic>
        <p:nvPicPr>
          <p:cNvPr id="2050" name="Picture 2">
            <a:extLst>
              <a:ext uri="{FF2B5EF4-FFF2-40B4-BE49-F238E27FC236}">
                <a16:creationId xmlns:a16="http://schemas.microsoft.com/office/drawing/2014/main" id="{93E4E47F-1398-B3FE-BCB2-92697F43F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2703" y="95249"/>
            <a:ext cx="2447360" cy="1844387"/>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20;p22">
            <a:extLst>
              <a:ext uri="{FF2B5EF4-FFF2-40B4-BE49-F238E27FC236}">
                <a16:creationId xmlns:a16="http://schemas.microsoft.com/office/drawing/2014/main" id="{B6F98094-2AAE-8B66-DF50-CEFA25250485}"/>
              </a:ext>
            </a:extLst>
          </p:cNvPr>
          <p:cNvSpPr/>
          <p:nvPr/>
        </p:nvSpPr>
        <p:spPr>
          <a:xfrm>
            <a:off x="7696663" y="3732416"/>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2</a:t>
            </a:r>
            <a:endParaRPr sz="1600" b="1" i="0" u="none" strike="noStrike" cap="none" dirty="0">
              <a:solidFill>
                <a:schemeClr val="lt1"/>
              </a:solidFill>
              <a:latin typeface="Arial" panose="020B0604020202020204" pitchFamily="34" charset="0"/>
              <a:ea typeface="Inter" panose="020B0604020202020204" charset="0"/>
              <a:sym typeface="Arial"/>
            </a:endParaRPr>
          </a:p>
        </p:txBody>
      </p:sp>
      <p:pic>
        <p:nvPicPr>
          <p:cNvPr id="6" name="Picture 5">
            <a:extLst>
              <a:ext uri="{FF2B5EF4-FFF2-40B4-BE49-F238E27FC236}">
                <a16:creationId xmlns:a16="http://schemas.microsoft.com/office/drawing/2014/main" id="{BB6CD987-44FE-1E75-4E3D-208BD51FF3E3}"/>
              </a:ext>
            </a:extLst>
          </p:cNvPr>
          <p:cNvPicPr>
            <a:picLocks noChangeAspect="1"/>
          </p:cNvPicPr>
          <p:nvPr/>
        </p:nvPicPr>
        <p:blipFill>
          <a:blip r:embed="rId3"/>
          <a:stretch>
            <a:fillRect/>
          </a:stretch>
        </p:blipFill>
        <p:spPr>
          <a:xfrm>
            <a:off x="473092" y="1893834"/>
            <a:ext cx="2934109" cy="2086266"/>
          </a:xfrm>
          <a:prstGeom prst="rect">
            <a:avLst/>
          </a:prstGeom>
        </p:spPr>
      </p:pic>
      <p:pic>
        <p:nvPicPr>
          <p:cNvPr id="8" name="Picture 7">
            <a:extLst>
              <a:ext uri="{FF2B5EF4-FFF2-40B4-BE49-F238E27FC236}">
                <a16:creationId xmlns:a16="http://schemas.microsoft.com/office/drawing/2014/main" id="{C2C25FDC-5772-1459-7115-E7BF8F4AD2A6}"/>
              </a:ext>
            </a:extLst>
          </p:cNvPr>
          <p:cNvPicPr>
            <a:picLocks noChangeAspect="1"/>
          </p:cNvPicPr>
          <p:nvPr/>
        </p:nvPicPr>
        <p:blipFill>
          <a:blip r:embed="rId4"/>
          <a:stretch>
            <a:fillRect/>
          </a:stretch>
        </p:blipFill>
        <p:spPr>
          <a:xfrm>
            <a:off x="3487166" y="2168107"/>
            <a:ext cx="4239217" cy="1590897"/>
          </a:xfrm>
          <a:prstGeom prst="rect">
            <a:avLst/>
          </a:prstGeom>
        </p:spPr>
      </p:pic>
    </p:spTree>
    <p:extLst>
      <p:ext uri="{BB962C8B-B14F-4D97-AF65-F5344CB8AC3E}">
        <p14:creationId xmlns:p14="http://schemas.microsoft.com/office/powerpoint/2010/main" val="3670548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E440-8F6D-C8AE-2EC7-4C3883746C2D}"/>
              </a:ext>
            </a:extLst>
          </p:cNvPr>
          <p:cNvSpPr>
            <a:spLocks noGrp="1"/>
          </p:cNvSpPr>
          <p:nvPr>
            <p:ph type="title"/>
          </p:nvPr>
        </p:nvSpPr>
        <p:spPr/>
        <p:txBody>
          <a:bodyPr/>
          <a:lstStyle/>
          <a:p>
            <a:r>
              <a:rPr lang="ta-IN" sz="2000" dirty="0"/>
              <a:t>பைதான் டெனில் ஒரு நிச்சயமற்ற சுழற்சியில் தேர்வு செய்தல்</a:t>
            </a:r>
            <a:endParaRPr lang="en-GB" sz="2000" dirty="0"/>
          </a:p>
        </p:txBody>
      </p:sp>
      <p:sp>
        <p:nvSpPr>
          <p:cNvPr id="3" name="Text Placeholder 2">
            <a:extLst>
              <a:ext uri="{FF2B5EF4-FFF2-40B4-BE49-F238E27FC236}">
                <a16:creationId xmlns:a16="http://schemas.microsoft.com/office/drawing/2014/main" id="{E3511B09-5B13-2B9E-AE70-53DADF27ED33}"/>
              </a:ext>
            </a:extLst>
          </p:cNvPr>
          <p:cNvSpPr>
            <a:spLocks noGrp="1"/>
          </p:cNvSpPr>
          <p:nvPr>
            <p:ph type="body" idx="1"/>
          </p:nvPr>
        </p:nvSpPr>
        <p:spPr>
          <a:xfrm>
            <a:off x="311700" y="1152475"/>
            <a:ext cx="8520600" cy="1846629"/>
          </a:xfrm>
        </p:spPr>
        <p:txBody>
          <a:bodyPr/>
          <a:lstStyle/>
          <a:p>
            <a:r>
              <a:rPr lang="ta-IN" dirty="0"/>
              <a:t>பைதான் டெனில் 31 - 40 நிலைகளைச் செய்யுங்கள்</a:t>
            </a:r>
          </a:p>
          <a:p>
            <a:endParaRPr lang="ta-IN" dirty="0"/>
          </a:p>
          <a:p>
            <a:r>
              <a:rPr lang="ta-IN" dirty="0"/>
              <a:t>சில நிலைகளில் </a:t>
            </a:r>
            <a:r>
              <a:rPr lang="en-GB" dirty="0" err="1"/>
              <a:t>if..else</a:t>
            </a:r>
            <a:r>
              <a:rPr lang="en-GB" dirty="0"/>
              <a:t> </a:t>
            </a:r>
            <a:r>
              <a:rPr lang="ta-IN" dirty="0"/>
              <a:t>மற்றும் பிற நிலைகளில் </a:t>
            </a:r>
            <a:r>
              <a:rPr lang="en-GB" dirty="0" err="1"/>
              <a:t>if..else</a:t>
            </a:r>
            <a:r>
              <a:rPr lang="en-GB" dirty="0"/>
              <a:t> </a:t>
            </a:r>
            <a:r>
              <a:rPr lang="en-GB" dirty="0" err="1"/>
              <a:t>if..else</a:t>
            </a:r>
            <a:r>
              <a:rPr lang="en-GB" dirty="0"/>
              <a:t> </a:t>
            </a:r>
            <a:r>
              <a:rPr lang="ta-IN" dirty="0"/>
              <a:t>தேவைப்படும்</a:t>
            </a:r>
          </a:p>
          <a:p>
            <a:r>
              <a:rPr lang="ta-IN" dirty="0"/>
              <a:t>சில நிலைகளில் பசுக்கள் உள்ளன, ஹார்ன் அடிக்க மறக்காதீர்கள்.</a:t>
            </a:r>
            <a:endParaRPr lang="en-GB" dirty="0"/>
          </a:p>
        </p:txBody>
      </p:sp>
      <p:sp>
        <p:nvSpPr>
          <p:cNvPr id="4" name="Google Shape;120;p22">
            <a:extLst>
              <a:ext uri="{FF2B5EF4-FFF2-40B4-BE49-F238E27FC236}">
                <a16:creationId xmlns:a16="http://schemas.microsoft.com/office/drawing/2014/main" id="{ED4E3EE3-F7B8-2111-C37C-5ADBE68CD1FC}"/>
              </a:ext>
            </a:extLst>
          </p:cNvPr>
          <p:cNvSpPr/>
          <p:nvPr/>
        </p:nvSpPr>
        <p:spPr>
          <a:xfrm>
            <a:off x="7696663" y="3732416"/>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2</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456657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8A31FC-7D29-9C59-4451-09A9A6FE9A7A}"/>
              </a:ext>
            </a:extLst>
          </p:cNvPr>
          <p:cNvSpPr>
            <a:spLocks noGrp="1"/>
          </p:cNvSpPr>
          <p:nvPr>
            <p:ph type="title"/>
          </p:nvPr>
        </p:nvSpPr>
        <p:spPr/>
        <p:txBody>
          <a:bodyPr/>
          <a:lstStyle/>
          <a:p>
            <a:r>
              <a:rPr lang="ta-IN" dirty="0"/>
              <a:t>செயல்பாடு 3: நிச்சயமற்ற சுழல்களை ஆராய்தல்</a:t>
            </a:r>
            <a:endParaRPr lang="en-GB" dirty="0"/>
          </a:p>
        </p:txBody>
      </p:sp>
    </p:spTree>
    <p:extLst>
      <p:ext uri="{BB962C8B-B14F-4D97-AF65-F5344CB8AC3E}">
        <p14:creationId xmlns:p14="http://schemas.microsoft.com/office/powerpoint/2010/main" val="3566909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311700" y="445025"/>
            <a:ext cx="8520600" cy="572700"/>
          </a:xfrm>
          <a:prstGeom prst="rect">
            <a:avLst/>
          </a:prstGeom>
        </p:spPr>
        <p:txBody>
          <a:bodyPr spcFirstLastPara="1" wrap="square" lIns="59850" tIns="59850" rIns="59850" bIns="59850" anchor="t" anchorCtr="0">
            <a:noAutofit/>
          </a:bodyPr>
          <a:lstStyle/>
          <a:p>
            <a:pPr lvl="0"/>
            <a:r>
              <a:rPr lang="ta-IN" dirty="0"/>
              <a:t>வரையறுக்கப்படாத சுழல்கள்</a:t>
            </a:r>
            <a:endParaRPr dirty="0"/>
          </a:p>
        </p:txBody>
      </p:sp>
      <p:sp>
        <p:nvSpPr>
          <p:cNvPr id="126" name="Google Shape;126;p22"/>
          <p:cNvSpPr txBox="1">
            <a:spLocks noGrp="1"/>
          </p:cNvSpPr>
          <p:nvPr>
            <p:ph type="body" idx="1"/>
          </p:nvPr>
        </p:nvSpPr>
        <p:spPr>
          <a:xfrm>
            <a:off x="311700" y="1484125"/>
            <a:ext cx="8520600" cy="718115"/>
          </a:xfrm>
          <a:prstGeom prst="rect">
            <a:avLst/>
          </a:prstGeom>
        </p:spPr>
        <p:txBody>
          <a:bodyPr spcFirstLastPara="1" wrap="square" lIns="91425" tIns="91425" rIns="91425" bIns="91425" anchor="t" anchorCtr="0">
            <a:spAutoFit/>
          </a:bodyPr>
          <a:lstStyle/>
          <a:p>
            <a:pPr marL="0" lvl="0" indent="0">
              <a:spcBef>
                <a:spcPts val="1000"/>
              </a:spcBef>
              <a:spcAft>
                <a:spcPts val="1000"/>
              </a:spcAft>
              <a:buNone/>
            </a:pPr>
            <a:r>
              <a:rPr lang="ta-IN" dirty="0"/>
              <a:t>உங்கள் பணித்தாளில் செயல்பாடு 3 ஐச் செய்யுங்கள்.</a:t>
            </a:r>
            <a:endParaRPr dirty="0"/>
          </a:p>
        </p:txBody>
      </p:sp>
      <p:sp>
        <p:nvSpPr>
          <p:cNvPr id="2" name="Google Shape;120;p22">
            <a:extLst>
              <a:ext uri="{FF2B5EF4-FFF2-40B4-BE49-F238E27FC236}">
                <a16:creationId xmlns:a16="http://schemas.microsoft.com/office/drawing/2014/main" id="{AD145A1E-BCF3-BC2B-D8F8-917A8C82A8C6}"/>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3</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B145F-1F00-DB0B-AA70-6D24749483DA}"/>
              </a:ext>
            </a:extLst>
          </p:cNvPr>
          <p:cNvSpPr>
            <a:spLocks noGrp="1"/>
          </p:cNvSpPr>
          <p:nvPr>
            <p:ph type="title"/>
          </p:nvPr>
        </p:nvSpPr>
        <p:spPr/>
        <p:txBody>
          <a:bodyPr/>
          <a:lstStyle/>
          <a:p>
            <a:r>
              <a:rPr lang="ta-IN" dirty="0"/>
              <a:t>வரையறுக்கப்படாத சுழல்கள் - பதில்கள்</a:t>
            </a:r>
            <a:endParaRPr lang="en-GB" dirty="0"/>
          </a:p>
        </p:txBody>
      </p:sp>
      <p:sp>
        <p:nvSpPr>
          <p:cNvPr id="3" name="Text Placeholder 2">
            <a:extLst>
              <a:ext uri="{FF2B5EF4-FFF2-40B4-BE49-F238E27FC236}">
                <a16:creationId xmlns:a16="http://schemas.microsoft.com/office/drawing/2014/main" id="{EB49B54C-1085-950A-C68C-8480A7E52C25}"/>
              </a:ext>
            </a:extLst>
          </p:cNvPr>
          <p:cNvSpPr>
            <a:spLocks noGrp="1"/>
          </p:cNvSpPr>
          <p:nvPr>
            <p:ph type="body" idx="1"/>
          </p:nvPr>
        </p:nvSpPr>
        <p:spPr>
          <a:xfrm>
            <a:off x="311700" y="1152475"/>
            <a:ext cx="8520600" cy="1292631"/>
          </a:xfrm>
        </p:spPr>
        <p:txBody>
          <a:bodyPr/>
          <a:lstStyle/>
          <a:p>
            <a:pPr marL="127000" indent="0">
              <a:buNone/>
            </a:pPr>
            <a:r>
              <a:rPr lang="en-GB" sz="1800" dirty="0">
                <a:effectLst/>
                <a:latin typeface="Arial" panose="020B0604020202020204" pitchFamily="34" charset="0"/>
                <a:ea typeface="Times New Roman" panose="02020603050405020304" pitchFamily="18" charset="0"/>
              </a:rPr>
              <a:t>1. </a:t>
            </a:r>
            <a:r>
              <a:rPr lang="ta-IN" dirty="0">
                <a:ea typeface="Times New Roman" panose="02020603050405020304" pitchFamily="18" charset="0"/>
              </a:rPr>
              <a:t>பயனரிடம் ஒரு எளிய கணிதக் கேள்வியைக் கேட்கும் ஒரு நிரலை எழுதுங்கள், எ.கா. 81 இன் வர்க்கமூலம் என்ன?</a:t>
            </a:r>
          </a:p>
          <a:p>
            <a:pPr marL="127000" indent="0">
              <a:buNone/>
            </a:pPr>
            <a:r>
              <a:rPr lang="ta-IN" dirty="0">
                <a:ea typeface="Times New Roman" panose="02020603050405020304" pitchFamily="18" charset="0"/>
              </a:rPr>
              <a:t>அவர்கள் அதைச் சரியாகச் சொன்னதும், “ஆம், அது சரி” என்று வெளியிடவும்.</a:t>
            </a:r>
            <a:endParaRPr lang="en-GB" dirty="0"/>
          </a:p>
        </p:txBody>
      </p:sp>
      <p:pic>
        <p:nvPicPr>
          <p:cNvPr id="7" name="Picture 6">
            <a:extLst>
              <a:ext uri="{FF2B5EF4-FFF2-40B4-BE49-F238E27FC236}">
                <a16:creationId xmlns:a16="http://schemas.microsoft.com/office/drawing/2014/main" id="{6F67D691-1435-A183-DF1F-94A13A89AB5E}"/>
              </a:ext>
            </a:extLst>
          </p:cNvPr>
          <p:cNvPicPr>
            <a:picLocks noChangeAspect="1"/>
          </p:cNvPicPr>
          <p:nvPr/>
        </p:nvPicPr>
        <p:blipFill>
          <a:blip r:embed="rId2"/>
          <a:stretch>
            <a:fillRect/>
          </a:stretch>
        </p:blipFill>
        <p:spPr>
          <a:xfrm>
            <a:off x="546285" y="2416446"/>
            <a:ext cx="5725324" cy="819264"/>
          </a:xfrm>
          <a:prstGeom prst="rect">
            <a:avLst/>
          </a:prstGeom>
        </p:spPr>
      </p:pic>
      <p:pic>
        <p:nvPicPr>
          <p:cNvPr id="11" name="Picture 10">
            <a:extLst>
              <a:ext uri="{FF2B5EF4-FFF2-40B4-BE49-F238E27FC236}">
                <a16:creationId xmlns:a16="http://schemas.microsoft.com/office/drawing/2014/main" id="{EF2D9B98-D8C1-053F-5E52-49F5691855B5}"/>
              </a:ext>
            </a:extLst>
          </p:cNvPr>
          <p:cNvPicPr>
            <a:picLocks noChangeAspect="1"/>
          </p:cNvPicPr>
          <p:nvPr/>
        </p:nvPicPr>
        <p:blipFill>
          <a:blip r:embed="rId3"/>
          <a:stretch>
            <a:fillRect/>
          </a:stretch>
        </p:blipFill>
        <p:spPr>
          <a:xfrm>
            <a:off x="546285" y="3264049"/>
            <a:ext cx="3200847" cy="962159"/>
          </a:xfrm>
          <a:prstGeom prst="rect">
            <a:avLst/>
          </a:prstGeom>
        </p:spPr>
      </p:pic>
      <p:sp>
        <p:nvSpPr>
          <p:cNvPr id="4" name="Google Shape;120;p22">
            <a:extLst>
              <a:ext uri="{FF2B5EF4-FFF2-40B4-BE49-F238E27FC236}">
                <a16:creationId xmlns:a16="http://schemas.microsoft.com/office/drawing/2014/main" id="{637E752A-BD3D-A065-B6D9-C172D7A1DF99}"/>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3</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1745917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ED8A7-83CB-0D16-4448-D1347D465E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A86EB-F882-1477-2C85-0240DA1E5ED7}"/>
              </a:ext>
            </a:extLst>
          </p:cNvPr>
          <p:cNvSpPr>
            <a:spLocks noGrp="1"/>
          </p:cNvSpPr>
          <p:nvPr>
            <p:ph type="title"/>
          </p:nvPr>
        </p:nvSpPr>
        <p:spPr/>
        <p:txBody>
          <a:bodyPr/>
          <a:lstStyle/>
          <a:p>
            <a:r>
              <a:rPr lang="ta-IN" dirty="0"/>
              <a:t>வரையறுக்கப்படாத சுழல்கள் - பதில்கள்</a:t>
            </a:r>
            <a:endParaRPr lang="en-GB" dirty="0"/>
          </a:p>
        </p:txBody>
      </p:sp>
      <p:sp>
        <p:nvSpPr>
          <p:cNvPr id="3" name="Text Placeholder 2">
            <a:extLst>
              <a:ext uri="{FF2B5EF4-FFF2-40B4-BE49-F238E27FC236}">
                <a16:creationId xmlns:a16="http://schemas.microsoft.com/office/drawing/2014/main" id="{4AD0A0F8-CAD9-F506-D76F-3AB0F7675A97}"/>
              </a:ext>
            </a:extLst>
          </p:cNvPr>
          <p:cNvSpPr>
            <a:spLocks noGrp="1"/>
          </p:cNvSpPr>
          <p:nvPr>
            <p:ph type="body" idx="1"/>
          </p:nvPr>
        </p:nvSpPr>
        <p:spPr>
          <a:xfrm>
            <a:off x="311700" y="1152474"/>
            <a:ext cx="4514300" cy="3539400"/>
          </a:xfrm>
        </p:spPr>
        <p:txBody>
          <a:bodyPr/>
          <a:lstStyle/>
          <a:p>
            <a:pPr marL="127000" indent="0">
              <a:buNone/>
            </a:pPr>
            <a:r>
              <a:rPr lang="en-GB" sz="1800" dirty="0">
                <a:effectLst/>
                <a:latin typeface="Arial" panose="020B0604020202020204" pitchFamily="34" charset="0"/>
                <a:ea typeface="Times New Roman" panose="02020603050405020304" pitchFamily="18" charset="0"/>
              </a:rPr>
              <a:t>2</a:t>
            </a:r>
            <a:r>
              <a:rPr lang="ta-IN" dirty="0">
                <a:ea typeface="Times New Roman" panose="02020603050405020304" pitchFamily="18" charset="0"/>
              </a:rPr>
              <a:t> </a:t>
            </a:r>
            <a:r>
              <a:rPr lang="ta-IN" sz="1400" dirty="0">
                <a:ea typeface="Times New Roman" panose="02020603050405020304" pitchFamily="18" charset="0"/>
              </a:rPr>
              <a:t>. பயனரை எண்ணை யூகிக்கச் சொல்லும் ஒரு நிரலை எழுதுங்கள். அவர்கள் அதைச் சரியாகப் புரிந்து கொண்டால், அவர்களிடம் சொல்லி நிரலை முடிக்கவும். அவர்கள் தவறாகப் புரிந்து கொண்டால், அவர்கள் மிக அதிகமாகவோ அல்லது குறைவாகவோ இருந்திருந்தால் அவர்களுக்குத் தெரியப்படுத்துங்கள். </a:t>
            </a:r>
          </a:p>
          <a:p>
            <a:pPr marL="127000" indent="0">
              <a:buNone/>
            </a:pPr>
            <a:endParaRPr lang="ta-IN" sz="1400" dirty="0">
              <a:ea typeface="Times New Roman" panose="02020603050405020304" pitchFamily="18" charset="0"/>
            </a:endParaRPr>
          </a:p>
          <a:p>
            <a:pPr marL="127000" indent="0">
              <a:buNone/>
            </a:pPr>
            <a:r>
              <a:rPr lang="ta-IN" sz="1400" dirty="0">
                <a:ea typeface="Times New Roman" panose="02020603050405020304" pitchFamily="18" charset="0"/>
              </a:rPr>
              <a:t>அவர்கள் எண்ணை சரியாக யூகிக்கும்போதுதான் விளையாட்டு முடிவடையும்.</a:t>
            </a:r>
            <a:r>
              <a:rPr lang="en-GB" sz="1400" dirty="0">
                <a:effectLst/>
                <a:latin typeface="Arial" panose="020B0604020202020204" pitchFamily="34" charset="0"/>
                <a:ea typeface="Times New Roman" panose="02020603050405020304" pitchFamily="18" charset="0"/>
              </a:rPr>
              <a:t>.</a:t>
            </a:r>
          </a:p>
          <a:p>
            <a:pPr marL="127000" indent="0">
              <a:buNone/>
            </a:pPr>
            <a:endParaRPr lang="en-GB" sz="1400" dirty="0">
              <a:effectLst/>
              <a:latin typeface="Arial" panose="020B0604020202020204" pitchFamily="34" charset="0"/>
              <a:ea typeface="Times New Roman" panose="02020603050405020304" pitchFamily="18" charset="0"/>
            </a:endParaRPr>
          </a:p>
          <a:p>
            <a:endParaRPr lang="en-GB" dirty="0"/>
          </a:p>
        </p:txBody>
      </p:sp>
      <p:pic>
        <p:nvPicPr>
          <p:cNvPr id="6" name="Picture 5">
            <a:extLst>
              <a:ext uri="{FF2B5EF4-FFF2-40B4-BE49-F238E27FC236}">
                <a16:creationId xmlns:a16="http://schemas.microsoft.com/office/drawing/2014/main" id="{C87CFBB7-E375-5364-D797-65DF77ADFC00}"/>
              </a:ext>
            </a:extLst>
          </p:cNvPr>
          <p:cNvPicPr>
            <a:picLocks noChangeAspect="1"/>
          </p:cNvPicPr>
          <p:nvPr/>
        </p:nvPicPr>
        <p:blipFill>
          <a:blip r:embed="rId2"/>
          <a:stretch>
            <a:fillRect/>
          </a:stretch>
        </p:blipFill>
        <p:spPr>
          <a:xfrm>
            <a:off x="4572000" y="993286"/>
            <a:ext cx="4344803" cy="1769572"/>
          </a:xfrm>
          <a:prstGeom prst="rect">
            <a:avLst/>
          </a:prstGeom>
        </p:spPr>
      </p:pic>
      <p:pic>
        <p:nvPicPr>
          <p:cNvPr id="10" name="Picture 9">
            <a:extLst>
              <a:ext uri="{FF2B5EF4-FFF2-40B4-BE49-F238E27FC236}">
                <a16:creationId xmlns:a16="http://schemas.microsoft.com/office/drawing/2014/main" id="{D0EE13F4-33D8-5C64-C856-98571B9AC788}"/>
              </a:ext>
            </a:extLst>
          </p:cNvPr>
          <p:cNvPicPr>
            <a:picLocks noChangeAspect="1"/>
          </p:cNvPicPr>
          <p:nvPr/>
        </p:nvPicPr>
        <p:blipFill>
          <a:blip r:embed="rId3"/>
          <a:stretch>
            <a:fillRect/>
          </a:stretch>
        </p:blipFill>
        <p:spPr>
          <a:xfrm>
            <a:off x="4572000" y="2861894"/>
            <a:ext cx="2307803" cy="1758920"/>
          </a:xfrm>
          <a:prstGeom prst="rect">
            <a:avLst/>
          </a:prstGeom>
        </p:spPr>
      </p:pic>
      <p:sp>
        <p:nvSpPr>
          <p:cNvPr id="4" name="Google Shape;120;p22">
            <a:extLst>
              <a:ext uri="{FF2B5EF4-FFF2-40B4-BE49-F238E27FC236}">
                <a16:creationId xmlns:a16="http://schemas.microsoft.com/office/drawing/2014/main" id="{5D573052-62D7-A031-7AED-DB0F4E686AB4}"/>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3</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3851977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2861B-0DD0-30DC-0B97-1F7D0CA6C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1466C-3B1F-1575-3007-57731D276496}"/>
              </a:ext>
            </a:extLst>
          </p:cNvPr>
          <p:cNvSpPr>
            <a:spLocks noGrp="1"/>
          </p:cNvSpPr>
          <p:nvPr>
            <p:ph type="title"/>
          </p:nvPr>
        </p:nvSpPr>
        <p:spPr/>
        <p:txBody>
          <a:bodyPr/>
          <a:lstStyle/>
          <a:p>
            <a:r>
              <a:rPr lang="ta-IN" dirty="0"/>
              <a:t>வரையறுக்கப்படாத சுழல்கள் - பதில்கள்</a:t>
            </a:r>
            <a:endParaRPr lang="en-GB" dirty="0"/>
          </a:p>
        </p:txBody>
      </p:sp>
      <p:sp>
        <p:nvSpPr>
          <p:cNvPr id="3" name="Text Placeholder 2">
            <a:extLst>
              <a:ext uri="{FF2B5EF4-FFF2-40B4-BE49-F238E27FC236}">
                <a16:creationId xmlns:a16="http://schemas.microsoft.com/office/drawing/2014/main" id="{96389990-4FE1-AA5C-40AF-B14197F5B2BB}"/>
              </a:ext>
            </a:extLst>
          </p:cNvPr>
          <p:cNvSpPr>
            <a:spLocks noGrp="1"/>
          </p:cNvSpPr>
          <p:nvPr>
            <p:ph type="body" idx="1"/>
          </p:nvPr>
        </p:nvSpPr>
        <p:spPr>
          <a:xfrm>
            <a:off x="311700" y="1152475"/>
            <a:ext cx="4172068" cy="1415742"/>
          </a:xfrm>
        </p:spPr>
        <p:txBody>
          <a:bodyPr/>
          <a:lstStyle/>
          <a:p>
            <a:pPr marL="127000" indent="0">
              <a:buNone/>
            </a:pPr>
            <a:r>
              <a:rPr lang="ta-IN" sz="1600" dirty="0"/>
              <a:t>நீட்டிப்பு 1: பயனர் எண்ணை சரியாக யூகிக்க எத்தனை யூகங்கள் தேவை என்பதைக் கணக்கிட்டு, நிரலின் இறுதியில் இதை வெளியிடவும்.</a:t>
            </a:r>
            <a:endParaRPr lang="en-GB" sz="1600" dirty="0"/>
          </a:p>
        </p:txBody>
      </p:sp>
      <p:pic>
        <p:nvPicPr>
          <p:cNvPr id="5" name="Picture 4">
            <a:extLst>
              <a:ext uri="{FF2B5EF4-FFF2-40B4-BE49-F238E27FC236}">
                <a16:creationId xmlns:a16="http://schemas.microsoft.com/office/drawing/2014/main" id="{124CD019-CBFD-F0D7-3EA7-434CD9E82605}"/>
              </a:ext>
            </a:extLst>
          </p:cNvPr>
          <p:cNvPicPr>
            <a:picLocks noChangeAspect="1"/>
          </p:cNvPicPr>
          <p:nvPr/>
        </p:nvPicPr>
        <p:blipFill>
          <a:blip r:embed="rId2"/>
          <a:stretch>
            <a:fillRect/>
          </a:stretch>
        </p:blipFill>
        <p:spPr>
          <a:xfrm>
            <a:off x="4852489" y="1017725"/>
            <a:ext cx="4072088" cy="2046074"/>
          </a:xfrm>
          <a:prstGeom prst="rect">
            <a:avLst/>
          </a:prstGeom>
        </p:spPr>
      </p:pic>
      <p:pic>
        <p:nvPicPr>
          <p:cNvPr id="9" name="Picture 8">
            <a:extLst>
              <a:ext uri="{FF2B5EF4-FFF2-40B4-BE49-F238E27FC236}">
                <a16:creationId xmlns:a16="http://schemas.microsoft.com/office/drawing/2014/main" id="{15E9AD91-897D-73AC-9064-60C0199BB957}"/>
              </a:ext>
            </a:extLst>
          </p:cNvPr>
          <p:cNvPicPr>
            <a:picLocks noChangeAspect="1"/>
          </p:cNvPicPr>
          <p:nvPr/>
        </p:nvPicPr>
        <p:blipFill>
          <a:blip r:embed="rId3"/>
          <a:stretch>
            <a:fillRect/>
          </a:stretch>
        </p:blipFill>
        <p:spPr>
          <a:xfrm>
            <a:off x="4852490" y="3108917"/>
            <a:ext cx="2230100" cy="1351213"/>
          </a:xfrm>
          <a:prstGeom prst="rect">
            <a:avLst/>
          </a:prstGeom>
        </p:spPr>
      </p:pic>
      <p:sp>
        <p:nvSpPr>
          <p:cNvPr id="4" name="Google Shape;120;p22">
            <a:extLst>
              <a:ext uri="{FF2B5EF4-FFF2-40B4-BE49-F238E27FC236}">
                <a16:creationId xmlns:a16="http://schemas.microsoft.com/office/drawing/2014/main" id="{50A2CFC3-3959-DEBD-A229-3C820C963BD4}"/>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3</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962851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DFC91-E70B-9B2B-64F6-A08D5C5A7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B8D4F-7BE0-47AC-1AFF-EA03FE26CEB4}"/>
              </a:ext>
            </a:extLst>
          </p:cNvPr>
          <p:cNvSpPr>
            <a:spLocks noGrp="1"/>
          </p:cNvSpPr>
          <p:nvPr>
            <p:ph type="title"/>
          </p:nvPr>
        </p:nvSpPr>
        <p:spPr/>
        <p:txBody>
          <a:bodyPr/>
          <a:lstStyle/>
          <a:p>
            <a:r>
              <a:rPr lang="ta-IN" dirty="0"/>
              <a:t>வரையறுக்கப்படாத சுழல்கள் - பதில்கள்</a:t>
            </a:r>
            <a:endParaRPr lang="en-GB" dirty="0"/>
          </a:p>
        </p:txBody>
      </p:sp>
      <p:sp>
        <p:nvSpPr>
          <p:cNvPr id="3" name="Text Placeholder 2">
            <a:extLst>
              <a:ext uri="{FF2B5EF4-FFF2-40B4-BE49-F238E27FC236}">
                <a16:creationId xmlns:a16="http://schemas.microsoft.com/office/drawing/2014/main" id="{4F15427D-9C96-9BDC-DAC0-DA290D662952}"/>
              </a:ext>
            </a:extLst>
          </p:cNvPr>
          <p:cNvSpPr>
            <a:spLocks noGrp="1"/>
          </p:cNvSpPr>
          <p:nvPr>
            <p:ph type="body" idx="1"/>
          </p:nvPr>
        </p:nvSpPr>
        <p:spPr>
          <a:xfrm>
            <a:off x="311700" y="1152475"/>
            <a:ext cx="4172068" cy="1415742"/>
          </a:xfrm>
        </p:spPr>
        <p:txBody>
          <a:bodyPr/>
          <a:lstStyle/>
          <a:p>
            <a:pPr marL="127000" indent="0">
              <a:buNone/>
            </a:pPr>
            <a:r>
              <a:rPr lang="ta-IN" sz="1600" dirty="0"/>
              <a:t>நீட்டிப்பு 2: பயனர் தங்கள் பதிலை தவறாகப் பெறும் ஒவ்வொரு முறையும், அவர்கள் எவ்வளவு சூடாக இருக்கிறார்கள் என்பதைக் காட்டும்.</a:t>
            </a:r>
            <a:endParaRPr lang="en-GB" sz="1600" dirty="0"/>
          </a:p>
        </p:txBody>
      </p:sp>
      <p:pic>
        <p:nvPicPr>
          <p:cNvPr id="6" name="Picture 5">
            <a:extLst>
              <a:ext uri="{FF2B5EF4-FFF2-40B4-BE49-F238E27FC236}">
                <a16:creationId xmlns:a16="http://schemas.microsoft.com/office/drawing/2014/main" id="{F0CA87D0-A073-7122-8061-359BA8B7945A}"/>
              </a:ext>
            </a:extLst>
          </p:cNvPr>
          <p:cNvPicPr>
            <a:picLocks noChangeAspect="1"/>
          </p:cNvPicPr>
          <p:nvPr/>
        </p:nvPicPr>
        <p:blipFill>
          <a:blip r:embed="rId2"/>
          <a:stretch>
            <a:fillRect/>
          </a:stretch>
        </p:blipFill>
        <p:spPr>
          <a:xfrm>
            <a:off x="2463800" y="2197100"/>
            <a:ext cx="2173314" cy="2001024"/>
          </a:xfrm>
          <a:prstGeom prst="rect">
            <a:avLst/>
          </a:prstGeom>
        </p:spPr>
      </p:pic>
      <p:pic>
        <p:nvPicPr>
          <p:cNvPr id="10" name="Picture 9">
            <a:extLst>
              <a:ext uri="{FF2B5EF4-FFF2-40B4-BE49-F238E27FC236}">
                <a16:creationId xmlns:a16="http://schemas.microsoft.com/office/drawing/2014/main" id="{D2A00975-EF2D-AA2B-434E-8A7D5497F518}"/>
              </a:ext>
            </a:extLst>
          </p:cNvPr>
          <p:cNvPicPr>
            <a:picLocks noChangeAspect="1"/>
          </p:cNvPicPr>
          <p:nvPr/>
        </p:nvPicPr>
        <p:blipFill>
          <a:blip r:embed="rId3"/>
          <a:stretch>
            <a:fillRect/>
          </a:stretch>
        </p:blipFill>
        <p:spPr>
          <a:xfrm>
            <a:off x="4828676" y="897604"/>
            <a:ext cx="3504255" cy="3300520"/>
          </a:xfrm>
          <a:prstGeom prst="rect">
            <a:avLst/>
          </a:prstGeom>
        </p:spPr>
      </p:pic>
      <p:sp>
        <p:nvSpPr>
          <p:cNvPr id="4" name="Google Shape;120;p22">
            <a:extLst>
              <a:ext uri="{FF2B5EF4-FFF2-40B4-BE49-F238E27FC236}">
                <a16:creationId xmlns:a16="http://schemas.microsoft.com/office/drawing/2014/main" id="{1202F2F0-0CCF-8DB6-863F-64F1B46C0500}"/>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3</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Tree>
    <p:extLst>
      <p:ext uri="{BB962C8B-B14F-4D97-AF65-F5344CB8AC3E}">
        <p14:creationId xmlns:p14="http://schemas.microsoft.com/office/powerpoint/2010/main" val="62661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6B3562-B74C-5A6C-FBE3-B42D7E4B2B8C}"/>
              </a:ext>
            </a:extLst>
          </p:cNvPr>
          <p:cNvSpPr>
            <a:spLocks noGrp="1"/>
          </p:cNvSpPr>
          <p:nvPr>
            <p:ph type="title"/>
          </p:nvPr>
        </p:nvSpPr>
        <p:spPr/>
        <p:txBody>
          <a:bodyPr/>
          <a:lstStyle/>
          <a:p>
            <a:r>
              <a:rPr lang="ta-IN" dirty="0"/>
              <a:t>செயல்பாடு 4: சரிபார்ப்பு</a:t>
            </a:r>
            <a:endParaRPr lang="en-GB" dirty="0"/>
          </a:p>
        </p:txBody>
      </p:sp>
    </p:spTree>
    <p:extLst>
      <p:ext uri="{BB962C8B-B14F-4D97-AF65-F5344CB8AC3E}">
        <p14:creationId xmlns:p14="http://schemas.microsoft.com/office/powerpoint/2010/main" val="677708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66EBDD-1DD0-5B23-80EC-D52854896862}"/>
              </a:ext>
            </a:extLst>
          </p:cNvPr>
          <p:cNvSpPr>
            <a:spLocks noGrp="1"/>
          </p:cNvSpPr>
          <p:nvPr>
            <p:ph type="title"/>
          </p:nvPr>
        </p:nvSpPr>
        <p:spPr/>
        <p:txBody>
          <a:bodyPr/>
          <a:lstStyle/>
          <a:p>
            <a:r>
              <a:rPr lang="ta-IN" dirty="0"/>
              <a:t>சரிபார்ப்பு</a:t>
            </a:r>
            <a:endParaRPr lang="en-GB" dirty="0"/>
          </a:p>
        </p:txBody>
      </p:sp>
      <p:sp>
        <p:nvSpPr>
          <p:cNvPr id="4" name="Text Placeholder 3">
            <a:extLst>
              <a:ext uri="{FF2B5EF4-FFF2-40B4-BE49-F238E27FC236}">
                <a16:creationId xmlns:a16="http://schemas.microsoft.com/office/drawing/2014/main" id="{E9963383-87AF-781A-7AF9-63C1C2B35F79}"/>
              </a:ext>
            </a:extLst>
          </p:cNvPr>
          <p:cNvSpPr>
            <a:spLocks noGrp="1"/>
          </p:cNvSpPr>
          <p:nvPr>
            <p:ph type="body" idx="1"/>
          </p:nvPr>
        </p:nvSpPr>
        <p:spPr>
          <a:xfrm>
            <a:off x="311700" y="1152475"/>
            <a:ext cx="4717500" cy="3385512"/>
          </a:xfrm>
        </p:spPr>
        <p:txBody>
          <a:bodyPr/>
          <a:lstStyle/>
          <a:p>
            <a:r>
              <a:rPr lang="ta-IN" sz="1600" dirty="0"/>
              <a:t>சரிபார்ப்பு என்பது பயனர் உள்ளிட்ட மதிப்பு நியாயமானதா என்பதை உங்கள் நிரல் சரிபார்க்கும் போது ஆகும்.</a:t>
            </a:r>
          </a:p>
          <a:p>
            <a:endParaRPr lang="ta-IN" sz="1600" dirty="0"/>
          </a:p>
          <a:p>
            <a:r>
              <a:rPr lang="ta-IN" sz="1600" dirty="0"/>
              <a:t>இந்த எடுத்துக்காட்டில், பயனரை ஆம் அல்லது இல்லை என உள்ளிடுமாறு கேட்டுள்ளோம்.</a:t>
            </a:r>
          </a:p>
          <a:p>
            <a:endParaRPr lang="ta-IN" sz="1600" dirty="0"/>
          </a:p>
          <a:p>
            <a:r>
              <a:rPr lang="ta-IN" sz="1600" dirty="0"/>
              <a:t>ஆம் அல்லது இல்லை என்பதை மட்டுமே ஏற்றுக்கொள்வதை உறுதிசெய்ய சரிபார்ப்பை எவ்வாறு சேர்க்கலாம்?</a:t>
            </a:r>
            <a:r>
              <a:rPr lang="en-GB" sz="1600" dirty="0"/>
              <a:t>?</a:t>
            </a:r>
          </a:p>
        </p:txBody>
      </p:sp>
      <p:pic>
        <p:nvPicPr>
          <p:cNvPr id="6" name="Picture 5">
            <a:extLst>
              <a:ext uri="{FF2B5EF4-FFF2-40B4-BE49-F238E27FC236}">
                <a16:creationId xmlns:a16="http://schemas.microsoft.com/office/drawing/2014/main" id="{80A4848A-E350-BED2-09DE-8A67A7141015}"/>
              </a:ext>
            </a:extLst>
          </p:cNvPr>
          <p:cNvPicPr>
            <a:picLocks noChangeAspect="1"/>
          </p:cNvPicPr>
          <p:nvPr/>
        </p:nvPicPr>
        <p:blipFill>
          <a:blip r:embed="rId2"/>
          <a:stretch>
            <a:fillRect/>
          </a:stretch>
        </p:blipFill>
        <p:spPr>
          <a:xfrm>
            <a:off x="5029200" y="445025"/>
            <a:ext cx="3803100" cy="692084"/>
          </a:xfrm>
          <a:prstGeom prst="rect">
            <a:avLst/>
          </a:prstGeom>
        </p:spPr>
      </p:pic>
      <p:pic>
        <p:nvPicPr>
          <p:cNvPr id="8" name="Picture 7">
            <a:extLst>
              <a:ext uri="{FF2B5EF4-FFF2-40B4-BE49-F238E27FC236}">
                <a16:creationId xmlns:a16="http://schemas.microsoft.com/office/drawing/2014/main" id="{1B9D1351-F60A-E2C8-6FE6-9C6BA3D03AC0}"/>
              </a:ext>
            </a:extLst>
          </p:cNvPr>
          <p:cNvPicPr>
            <a:picLocks noChangeAspect="1"/>
          </p:cNvPicPr>
          <p:nvPr/>
        </p:nvPicPr>
        <p:blipFill>
          <a:blip r:embed="rId3"/>
          <a:stretch>
            <a:fillRect/>
          </a:stretch>
        </p:blipFill>
        <p:spPr>
          <a:xfrm>
            <a:off x="5029200" y="1243128"/>
            <a:ext cx="3031958" cy="302440"/>
          </a:xfrm>
          <a:prstGeom prst="rect">
            <a:avLst/>
          </a:prstGeom>
        </p:spPr>
      </p:pic>
      <p:pic>
        <p:nvPicPr>
          <p:cNvPr id="10" name="Picture 9">
            <a:extLst>
              <a:ext uri="{FF2B5EF4-FFF2-40B4-BE49-F238E27FC236}">
                <a16:creationId xmlns:a16="http://schemas.microsoft.com/office/drawing/2014/main" id="{94C66425-ED5F-1CA9-E272-A24E3F87A369}"/>
              </a:ext>
            </a:extLst>
          </p:cNvPr>
          <p:cNvPicPr>
            <a:picLocks noChangeAspect="1"/>
          </p:cNvPicPr>
          <p:nvPr/>
        </p:nvPicPr>
        <p:blipFill>
          <a:blip r:embed="rId4"/>
          <a:stretch>
            <a:fillRect/>
          </a:stretch>
        </p:blipFill>
        <p:spPr>
          <a:xfrm>
            <a:off x="5029200" y="1680318"/>
            <a:ext cx="3312695" cy="325219"/>
          </a:xfrm>
          <a:prstGeom prst="rect">
            <a:avLst/>
          </a:prstGeom>
        </p:spPr>
      </p:pic>
      <p:pic>
        <p:nvPicPr>
          <p:cNvPr id="12" name="Picture 11">
            <a:extLst>
              <a:ext uri="{FF2B5EF4-FFF2-40B4-BE49-F238E27FC236}">
                <a16:creationId xmlns:a16="http://schemas.microsoft.com/office/drawing/2014/main" id="{DBA97C9F-7015-1C32-A56A-8A2F051409D9}"/>
              </a:ext>
            </a:extLst>
          </p:cNvPr>
          <p:cNvPicPr>
            <a:picLocks noChangeAspect="1"/>
          </p:cNvPicPr>
          <p:nvPr/>
        </p:nvPicPr>
        <p:blipFill>
          <a:blip r:embed="rId5"/>
          <a:stretch>
            <a:fillRect/>
          </a:stretch>
        </p:blipFill>
        <p:spPr>
          <a:xfrm>
            <a:off x="5029200" y="2143318"/>
            <a:ext cx="3312695" cy="325219"/>
          </a:xfrm>
          <a:prstGeom prst="rect">
            <a:avLst/>
          </a:prstGeom>
        </p:spPr>
      </p:pic>
      <p:sp>
        <p:nvSpPr>
          <p:cNvPr id="13" name="Rectangle: Rounded Corners 12">
            <a:extLst>
              <a:ext uri="{FF2B5EF4-FFF2-40B4-BE49-F238E27FC236}">
                <a16:creationId xmlns:a16="http://schemas.microsoft.com/office/drawing/2014/main" id="{EF5D83AF-FCEF-1ABC-4C72-D7D56692CDBC}"/>
              </a:ext>
            </a:extLst>
          </p:cNvPr>
          <p:cNvSpPr/>
          <p:nvPr/>
        </p:nvSpPr>
        <p:spPr>
          <a:xfrm>
            <a:off x="5016071" y="2069432"/>
            <a:ext cx="3553327" cy="47931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70628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ACDEB-939B-7224-E181-4BD888730F39}"/>
              </a:ext>
            </a:extLst>
          </p:cNvPr>
          <p:cNvSpPr>
            <a:spLocks noGrp="1"/>
          </p:cNvSpPr>
          <p:nvPr>
            <p:ph type="title"/>
          </p:nvPr>
        </p:nvSpPr>
        <p:spPr/>
        <p:txBody>
          <a:bodyPr/>
          <a:lstStyle/>
          <a:p>
            <a:r>
              <a:rPr lang="ta-IN" dirty="0"/>
              <a:t>சரிபார்ப்பு</a:t>
            </a:r>
            <a:r>
              <a:rPr lang="en-GB" dirty="0"/>
              <a:t> </a:t>
            </a:r>
          </a:p>
        </p:txBody>
      </p:sp>
      <p:sp>
        <p:nvSpPr>
          <p:cNvPr id="3" name="Text Placeholder 2">
            <a:extLst>
              <a:ext uri="{FF2B5EF4-FFF2-40B4-BE49-F238E27FC236}">
                <a16:creationId xmlns:a16="http://schemas.microsoft.com/office/drawing/2014/main" id="{3EE1BF85-08C5-8B8E-6F40-28D769C9A8C1}"/>
              </a:ext>
            </a:extLst>
          </p:cNvPr>
          <p:cNvSpPr>
            <a:spLocks noGrp="1"/>
          </p:cNvSpPr>
          <p:nvPr>
            <p:ph type="body" idx="1"/>
          </p:nvPr>
        </p:nvSpPr>
        <p:spPr>
          <a:xfrm>
            <a:off x="311700" y="1152475"/>
            <a:ext cx="8520600" cy="677078"/>
          </a:xfrm>
        </p:spPr>
        <p:txBody>
          <a:bodyPr/>
          <a:lstStyle/>
          <a:p>
            <a:r>
              <a:rPr lang="ta-IN" sz="1600" dirty="0"/>
              <a:t>பயனர் ஆம் அல்லது இல்லை என உள்ளிடும் வரை இந்தக் குறியீட்டின் எந்தப் பகுதியை நாம் மீண்டும் செய்ய வேண்டும்?</a:t>
            </a:r>
            <a:endParaRPr lang="en-GB" sz="1600" dirty="0"/>
          </a:p>
        </p:txBody>
      </p:sp>
      <p:pic>
        <p:nvPicPr>
          <p:cNvPr id="4" name="Picture 3">
            <a:extLst>
              <a:ext uri="{FF2B5EF4-FFF2-40B4-BE49-F238E27FC236}">
                <a16:creationId xmlns:a16="http://schemas.microsoft.com/office/drawing/2014/main" id="{F9C0B913-5CB8-BD9B-8413-777F9E0FA6A6}"/>
              </a:ext>
            </a:extLst>
          </p:cNvPr>
          <p:cNvPicPr>
            <a:picLocks noChangeAspect="1"/>
          </p:cNvPicPr>
          <p:nvPr/>
        </p:nvPicPr>
        <p:blipFill>
          <a:blip r:embed="rId2"/>
          <a:stretch>
            <a:fillRect/>
          </a:stretch>
        </p:blipFill>
        <p:spPr>
          <a:xfrm>
            <a:off x="857803" y="2025858"/>
            <a:ext cx="4557528" cy="1657142"/>
          </a:xfrm>
          <a:prstGeom prst="rect">
            <a:avLst/>
          </a:prstGeom>
        </p:spPr>
      </p:pic>
    </p:spTree>
    <p:extLst>
      <p:ext uri="{BB962C8B-B14F-4D97-AF65-F5344CB8AC3E}">
        <p14:creationId xmlns:p14="http://schemas.microsoft.com/office/powerpoint/2010/main" val="104646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4E10E-0622-685B-6B08-9DDC9A997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357F1-FCC0-D385-1830-2CA909AC5D95}"/>
              </a:ext>
            </a:extLst>
          </p:cNvPr>
          <p:cNvSpPr>
            <a:spLocks noGrp="1"/>
          </p:cNvSpPr>
          <p:nvPr>
            <p:ph type="title"/>
          </p:nvPr>
        </p:nvSpPr>
        <p:spPr/>
        <p:txBody>
          <a:bodyPr/>
          <a:lstStyle/>
          <a:p>
            <a:r>
              <a:rPr lang="ta-IN" dirty="0"/>
              <a:t>சரிபார்ப்பு</a:t>
            </a:r>
            <a:endParaRPr lang="en-GB" dirty="0"/>
          </a:p>
        </p:txBody>
      </p:sp>
      <p:sp>
        <p:nvSpPr>
          <p:cNvPr id="3" name="Text Placeholder 2">
            <a:extLst>
              <a:ext uri="{FF2B5EF4-FFF2-40B4-BE49-F238E27FC236}">
                <a16:creationId xmlns:a16="http://schemas.microsoft.com/office/drawing/2014/main" id="{28E1ED57-1AD0-D6E1-7759-2F851C58F172}"/>
              </a:ext>
            </a:extLst>
          </p:cNvPr>
          <p:cNvSpPr>
            <a:spLocks noGrp="1"/>
          </p:cNvSpPr>
          <p:nvPr>
            <p:ph type="body" idx="1"/>
          </p:nvPr>
        </p:nvSpPr>
        <p:spPr>
          <a:xfrm>
            <a:off x="311700" y="1152475"/>
            <a:ext cx="8520600" cy="2492960"/>
          </a:xfrm>
        </p:spPr>
        <p:txBody>
          <a:bodyPr/>
          <a:lstStyle/>
          <a:p>
            <a:r>
              <a:rPr lang="ta-IN" sz="1600" dirty="0"/>
              <a:t>பயனர் ஆம் அல்லது இல்லை என உள்ளிடும் வரை இந்தக் குறியீட்டின் எந்தப் பகுதியை நாம் மீண்டும் செய்ய வேண்டும்?</a:t>
            </a:r>
          </a:p>
          <a:p>
            <a:endParaRPr lang="ta-IN" sz="1600" dirty="0"/>
          </a:p>
          <a:p>
            <a:r>
              <a:rPr lang="ta-IN" sz="1600" dirty="0"/>
              <a:t>நாம் உள்ளீட்டை மட்டுமே மீண்டும் செய்ய விரும்புகிறோம்.</a:t>
            </a:r>
            <a:endParaRPr lang="en-GB" sz="1600" dirty="0"/>
          </a:p>
          <a:p>
            <a:endParaRPr lang="en-GB" sz="1600" dirty="0"/>
          </a:p>
          <a:p>
            <a:endParaRPr lang="en-GB" sz="1600" dirty="0"/>
          </a:p>
          <a:p>
            <a:endParaRPr lang="en-GB" dirty="0"/>
          </a:p>
          <a:p>
            <a:endParaRPr lang="en-GB" dirty="0"/>
          </a:p>
          <a:p>
            <a:r>
              <a:rPr lang="ta-IN" dirty="0"/>
              <a:t>இதை முயற்சிக்கவும்</a:t>
            </a:r>
            <a:endParaRPr lang="en-GB" dirty="0"/>
          </a:p>
        </p:txBody>
      </p:sp>
      <p:pic>
        <p:nvPicPr>
          <p:cNvPr id="4" name="Picture 3">
            <a:extLst>
              <a:ext uri="{FF2B5EF4-FFF2-40B4-BE49-F238E27FC236}">
                <a16:creationId xmlns:a16="http://schemas.microsoft.com/office/drawing/2014/main" id="{F4718995-E9B3-6F1D-FE8B-64155F6B1270}"/>
              </a:ext>
            </a:extLst>
          </p:cNvPr>
          <p:cNvPicPr>
            <a:picLocks noChangeAspect="1"/>
          </p:cNvPicPr>
          <p:nvPr/>
        </p:nvPicPr>
        <p:blipFill>
          <a:blip r:embed="rId2"/>
          <a:stretch>
            <a:fillRect/>
          </a:stretch>
        </p:blipFill>
        <p:spPr>
          <a:xfrm>
            <a:off x="905930" y="2299855"/>
            <a:ext cx="4557528" cy="900545"/>
          </a:xfrm>
          <a:prstGeom prst="rect">
            <a:avLst/>
          </a:prstGeom>
        </p:spPr>
      </p:pic>
      <p:sp>
        <p:nvSpPr>
          <p:cNvPr id="6" name="Google Shape;120;p22">
            <a:extLst>
              <a:ext uri="{FF2B5EF4-FFF2-40B4-BE49-F238E27FC236}">
                <a16:creationId xmlns:a16="http://schemas.microsoft.com/office/drawing/2014/main" id="{059910C5-3AA6-3A86-5669-84DAE4C46841}"/>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4</a:t>
            </a:r>
            <a:endParaRPr sz="1600" b="1" i="0" u="none" strike="noStrike" cap="none" dirty="0">
              <a:solidFill>
                <a:schemeClr val="lt1"/>
              </a:solidFill>
              <a:latin typeface="Arial" panose="020B0604020202020204" pitchFamily="34" charset="0"/>
              <a:ea typeface="Inter" panose="020B0604020202020204" charset="0"/>
              <a:sym typeface="Arial"/>
            </a:endParaRPr>
          </a:p>
        </p:txBody>
      </p:sp>
      <p:sp>
        <p:nvSpPr>
          <p:cNvPr id="7" name="Rectangle 6">
            <a:extLst>
              <a:ext uri="{FF2B5EF4-FFF2-40B4-BE49-F238E27FC236}">
                <a16:creationId xmlns:a16="http://schemas.microsoft.com/office/drawing/2014/main" id="{88BF3687-FE08-04A1-E635-BCC2A292FBD1}"/>
              </a:ext>
            </a:extLst>
          </p:cNvPr>
          <p:cNvSpPr/>
          <p:nvPr/>
        </p:nvSpPr>
        <p:spPr>
          <a:xfrm>
            <a:off x="905930" y="2157063"/>
            <a:ext cx="4448852" cy="142792"/>
          </a:xfrm>
          <a:prstGeom prst="rect">
            <a:avLst/>
          </a:prstGeom>
          <a:solidFill>
            <a:srgbClr val="FFFF00">
              <a:alpha val="3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GB"/>
          </a:p>
        </p:txBody>
      </p:sp>
    </p:spTree>
    <p:extLst>
      <p:ext uri="{BB962C8B-B14F-4D97-AF65-F5344CB8AC3E}">
        <p14:creationId xmlns:p14="http://schemas.microsoft.com/office/powerpoint/2010/main" val="1009689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C13C6-9DD5-EAD5-010B-2DB975DAF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1D17C-12D3-2759-21EC-EEBCA3B7F75F}"/>
              </a:ext>
            </a:extLst>
          </p:cNvPr>
          <p:cNvSpPr>
            <a:spLocks noGrp="1"/>
          </p:cNvSpPr>
          <p:nvPr>
            <p:ph type="title"/>
          </p:nvPr>
        </p:nvSpPr>
        <p:spPr/>
        <p:txBody>
          <a:bodyPr/>
          <a:lstStyle/>
          <a:p>
            <a:r>
              <a:rPr lang="ta-IN" dirty="0"/>
              <a:t>சரிபார்ப்பு</a:t>
            </a:r>
            <a:r>
              <a:rPr lang="en-US" dirty="0"/>
              <a:t>-</a:t>
            </a:r>
            <a:r>
              <a:rPr lang="ta-IN" dirty="0"/>
              <a:t>பதில்கள்</a:t>
            </a:r>
            <a:endParaRPr lang="en-GB" dirty="0"/>
          </a:p>
        </p:txBody>
      </p:sp>
      <p:sp>
        <p:nvSpPr>
          <p:cNvPr id="3" name="Text Placeholder 2">
            <a:extLst>
              <a:ext uri="{FF2B5EF4-FFF2-40B4-BE49-F238E27FC236}">
                <a16:creationId xmlns:a16="http://schemas.microsoft.com/office/drawing/2014/main" id="{A1CD977E-9680-D80E-29E8-997B2CE13DE5}"/>
              </a:ext>
            </a:extLst>
          </p:cNvPr>
          <p:cNvSpPr>
            <a:spLocks noGrp="1"/>
          </p:cNvSpPr>
          <p:nvPr>
            <p:ph type="body" idx="1"/>
          </p:nvPr>
        </p:nvSpPr>
        <p:spPr>
          <a:xfrm>
            <a:off x="311700" y="1152475"/>
            <a:ext cx="8520600" cy="1015632"/>
          </a:xfrm>
        </p:spPr>
        <p:txBody>
          <a:bodyPr/>
          <a:lstStyle/>
          <a:p>
            <a:r>
              <a:rPr lang="ta-IN" dirty="0"/>
              <a:t>இதைத் தீர்க்க பல்வேறு வழிகள் உள்ளன</a:t>
            </a:r>
          </a:p>
          <a:p>
            <a:endParaRPr lang="ta-IN" dirty="0"/>
          </a:p>
          <a:p>
            <a:r>
              <a:rPr lang="ta-IN" dirty="0"/>
              <a:t>பதிப்பு 1:</a:t>
            </a:r>
            <a:endParaRPr lang="en-GB" dirty="0"/>
          </a:p>
        </p:txBody>
      </p:sp>
      <p:sp>
        <p:nvSpPr>
          <p:cNvPr id="6" name="Google Shape;120;p22">
            <a:extLst>
              <a:ext uri="{FF2B5EF4-FFF2-40B4-BE49-F238E27FC236}">
                <a16:creationId xmlns:a16="http://schemas.microsoft.com/office/drawing/2014/main" id="{734D3C19-36B3-C933-F850-AAB64E84A46A}"/>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4</a:t>
            </a:r>
            <a:endParaRPr sz="1600" b="1" i="0" u="none" strike="noStrike" cap="none" dirty="0">
              <a:solidFill>
                <a:schemeClr val="lt1"/>
              </a:solidFill>
              <a:latin typeface="Arial" panose="020B0604020202020204" pitchFamily="34" charset="0"/>
              <a:ea typeface="Inter" panose="020B0604020202020204" charset="0"/>
              <a:sym typeface="Arial"/>
            </a:endParaRPr>
          </a:p>
        </p:txBody>
      </p:sp>
      <p:pic>
        <p:nvPicPr>
          <p:cNvPr id="8" name="Picture 7">
            <a:extLst>
              <a:ext uri="{FF2B5EF4-FFF2-40B4-BE49-F238E27FC236}">
                <a16:creationId xmlns:a16="http://schemas.microsoft.com/office/drawing/2014/main" id="{DFE20F18-D1BC-42A3-DA51-30F65B026FE7}"/>
              </a:ext>
            </a:extLst>
          </p:cNvPr>
          <p:cNvPicPr>
            <a:picLocks noChangeAspect="1"/>
          </p:cNvPicPr>
          <p:nvPr/>
        </p:nvPicPr>
        <p:blipFill>
          <a:blip r:embed="rId2"/>
          <a:stretch>
            <a:fillRect/>
          </a:stretch>
        </p:blipFill>
        <p:spPr>
          <a:xfrm>
            <a:off x="564843" y="2075774"/>
            <a:ext cx="5591955" cy="1590897"/>
          </a:xfrm>
          <a:prstGeom prst="rect">
            <a:avLst/>
          </a:prstGeom>
        </p:spPr>
      </p:pic>
    </p:spTree>
    <p:extLst>
      <p:ext uri="{BB962C8B-B14F-4D97-AF65-F5344CB8AC3E}">
        <p14:creationId xmlns:p14="http://schemas.microsoft.com/office/powerpoint/2010/main" val="2041699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59812-2FBB-5876-9F92-DA5D0BCF7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9864F-1E6B-423B-D7C5-CCA2184259ED}"/>
              </a:ext>
            </a:extLst>
          </p:cNvPr>
          <p:cNvSpPr>
            <a:spLocks noGrp="1"/>
          </p:cNvSpPr>
          <p:nvPr>
            <p:ph type="title"/>
          </p:nvPr>
        </p:nvSpPr>
        <p:spPr/>
        <p:txBody>
          <a:bodyPr/>
          <a:lstStyle/>
          <a:p>
            <a:r>
              <a:rPr lang="ta-IN" dirty="0"/>
              <a:t>சரிபார்ப்பு</a:t>
            </a:r>
            <a:r>
              <a:rPr lang="en-US" dirty="0"/>
              <a:t>-</a:t>
            </a:r>
            <a:r>
              <a:rPr lang="ta-IN" dirty="0"/>
              <a:t>பதில்கள்</a:t>
            </a:r>
            <a:endParaRPr lang="en-GB" dirty="0"/>
          </a:p>
        </p:txBody>
      </p:sp>
      <p:sp>
        <p:nvSpPr>
          <p:cNvPr id="3" name="Text Placeholder 2">
            <a:extLst>
              <a:ext uri="{FF2B5EF4-FFF2-40B4-BE49-F238E27FC236}">
                <a16:creationId xmlns:a16="http://schemas.microsoft.com/office/drawing/2014/main" id="{4F69351B-B996-2FCA-1A65-7A751BA2A216}"/>
              </a:ext>
            </a:extLst>
          </p:cNvPr>
          <p:cNvSpPr>
            <a:spLocks noGrp="1"/>
          </p:cNvSpPr>
          <p:nvPr>
            <p:ph type="body" idx="1"/>
          </p:nvPr>
        </p:nvSpPr>
        <p:spPr>
          <a:xfrm>
            <a:off x="311700" y="1152475"/>
            <a:ext cx="8520600" cy="1015632"/>
          </a:xfrm>
        </p:spPr>
        <p:txBody>
          <a:bodyPr/>
          <a:lstStyle/>
          <a:p>
            <a:r>
              <a:rPr lang="ta-IN" dirty="0"/>
              <a:t>இதைத் தீர்க்க பல்வேறு வழிகள் உள்ளன</a:t>
            </a:r>
          </a:p>
          <a:p>
            <a:endParaRPr lang="ta-IN" dirty="0"/>
          </a:p>
          <a:p>
            <a:r>
              <a:rPr lang="ta-IN" dirty="0"/>
              <a:t>பதிப்பு 2:</a:t>
            </a:r>
            <a:endParaRPr lang="en-GB" dirty="0"/>
          </a:p>
        </p:txBody>
      </p:sp>
      <p:sp>
        <p:nvSpPr>
          <p:cNvPr id="6" name="Google Shape;120;p22">
            <a:extLst>
              <a:ext uri="{FF2B5EF4-FFF2-40B4-BE49-F238E27FC236}">
                <a16:creationId xmlns:a16="http://schemas.microsoft.com/office/drawing/2014/main" id="{1DA99215-A5C0-ED6D-9C6B-6846402240F9}"/>
              </a:ext>
            </a:extLst>
          </p:cNvPr>
          <p:cNvSpPr/>
          <p:nvPr/>
        </p:nvSpPr>
        <p:spPr>
          <a:xfrm>
            <a:off x="7578900" y="237275"/>
            <a:ext cx="1253400" cy="4155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1" i="0" u="none" strike="noStrike" cap="none" dirty="0">
                <a:solidFill>
                  <a:schemeClr val="lt1"/>
                </a:solidFill>
                <a:latin typeface="Arial" panose="020B0604020202020204" pitchFamily="34" charset="0"/>
                <a:ea typeface="Inter" panose="020B0604020202020204" charset="0"/>
                <a:sym typeface="Arial"/>
              </a:rPr>
              <a:t>Activity 4</a:t>
            </a:r>
            <a:endParaRPr sz="1600" b="1" i="0" u="none" strike="noStrike" cap="none" dirty="0">
              <a:solidFill>
                <a:schemeClr val="lt1"/>
              </a:solidFill>
              <a:latin typeface="Arial" panose="020B0604020202020204" pitchFamily="34" charset="0"/>
              <a:ea typeface="Inter" panose="020B0604020202020204" charset="0"/>
              <a:sym typeface="Arial"/>
            </a:endParaRPr>
          </a:p>
        </p:txBody>
      </p:sp>
      <p:pic>
        <p:nvPicPr>
          <p:cNvPr id="8" name="Picture 7">
            <a:extLst>
              <a:ext uri="{FF2B5EF4-FFF2-40B4-BE49-F238E27FC236}">
                <a16:creationId xmlns:a16="http://schemas.microsoft.com/office/drawing/2014/main" id="{DB5BFD59-B9AE-02D0-2FAA-13DABB20949E}"/>
              </a:ext>
            </a:extLst>
          </p:cNvPr>
          <p:cNvPicPr>
            <a:picLocks noChangeAspect="1"/>
          </p:cNvPicPr>
          <p:nvPr/>
        </p:nvPicPr>
        <p:blipFill>
          <a:blip r:embed="rId2"/>
          <a:stretch>
            <a:fillRect/>
          </a:stretch>
        </p:blipFill>
        <p:spPr>
          <a:xfrm>
            <a:off x="559206" y="2159572"/>
            <a:ext cx="6165826" cy="2023162"/>
          </a:xfrm>
          <a:prstGeom prst="rect">
            <a:avLst/>
          </a:prstGeom>
        </p:spPr>
      </p:pic>
      <p:sp>
        <p:nvSpPr>
          <p:cNvPr id="7" name="TextBox 6">
            <a:extLst>
              <a:ext uri="{FF2B5EF4-FFF2-40B4-BE49-F238E27FC236}">
                <a16:creationId xmlns:a16="http://schemas.microsoft.com/office/drawing/2014/main" id="{23272023-B062-8E4A-ACAA-083ACDF966A3}"/>
              </a:ext>
            </a:extLst>
          </p:cNvPr>
          <p:cNvSpPr txBox="1"/>
          <p:nvPr/>
        </p:nvSpPr>
        <p:spPr>
          <a:xfrm>
            <a:off x="2751222" y="1697906"/>
            <a:ext cx="3473115" cy="307777"/>
          </a:xfrm>
          <a:prstGeom prst="rect">
            <a:avLst/>
          </a:prstGeom>
          <a:solidFill>
            <a:schemeClr val="accent2"/>
          </a:solidFill>
          <a:ln>
            <a:noFill/>
          </a:ln>
        </p:spPr>
        <p:txBody>
          <a:bodyPr wrap="square" rtlCol="0">
            <a:spAutoFit/>
          </a:bodyPr>
          <a:lstStyle/>
          <a:p>
            <a:r>
              <a:rPr lang="en-GB" dirty="0">
                <a:solidFill>
                  <a:schemeClr val="bg1"/>
                </a:solidFill>
              </a:rPr>
              <a:t>Set a Boolean variable, </a:t>
            </a:r>
            <a:r>
              <a:rPr lang="en-GB" dirty="0">
                <a:solidFill>
                  <a:schemeClr val="bg1"/>
                </a:solidFill>
                <a:latin typeface="Consolas" panose="020B0609020204030204" pitchFamily="49" charset="0"/>
              </a:rPr>
              <a:t>valid</a:t>
            </a:r>
            <a:r>
              <a:rPr lang="en-GB" dirty="0">
                <a:solidFill>
                  <a:schemeClr val="bg1"/>
                </a:solidFill>
              </a:rPr>
              <a:t> to False</a:t>
            </a:r>
          </a:p>
        </p:txBody>
      </p:sp>
      <p:cxnSp>
        <p:nvCxnSpPr>
          <p:cNvPr id="10" name="Straight Arrow Connector 9">
            <a:extLst>
              <a:ext uri="{FF2B5EF4-FFF2-40B4-BE49-F238E27FC236}">
                <a16:creationId xmlns:a16="http://schemas.microsoft.com/office/drawing/2014/main" id="{3A51E88E-D1F6-6D7B-3AB1-BC933C93F1A2}"/>
              </a:ext>
            </a:extLst>
          </p:cNvPr>
          <p:cNvCxnSpPr>
            <a:cxnSpLocks/>
            <a:stCxn id="7" idx="1"/>
          </p:cNvCxnSpPr>
          <p:nvPr/>
        </p:nvCxnSpPr>
        <p:spPr>
          <a:xfrm flipH="1">
            <a:off x="1876926" y="1851795"/>
            <a:ext cx="874296" cy="35872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0E66A84-B75E-9A36-FF85-5B8B80B693F0}"/>
              </a:ext>
            </a:extLst>
          </p:cNvPr>
          <p:cNvSpPr txBox="1"/>
          <p:nvPr/>
        </p:nvSpPr>
        <p:spPr>
          <a:xfrm>
            <a:off x="3858127" y="2913838"/>
            <a:ext cx="4299284" cy="307777"/>
          </a:xfrm>
          <a:prstGeom prst="rect">
            <a:avLst/>
          </a:prstGeom>
          <a:solidFill>
            <a:schemeClr val="accent2"/>
          </a:solidFill>
          <a:ln>
            <a:noFill/>
          </a:ln>
        </p:spPr>
        <p:txBody>
          <a:bodyPr wrap="square" rtlCol="0">
            <a:spAutoFit/>
          </a:bodyPr>
          <a:lstStyle/>
          <a:p>
            <a:r>
              <a:rPr lang="en-GB" dirty="0">
                <a:solidFill>
                  <a:schemeClr val="bg1"/>
                </a:solidFill>
              </a:rPr>
              <a:t>If the answer if either </a:t>
            </a:r>
            <a:r>
              <a:rPr lang="en-GB" b="1" dirty="0">
                <a:solidFill>
                  <a:schemeClr val="bg1"/>
                </a:solidFill>
              </a:rPr>
              <a:t>yes</a:t>
            </a:r>
            <a:r>
              <a:rPr lang="en-GB" dirty="0">
                <a:solidFill>
                  <a:schemeClr val="bg1"/>
                </a:solidFill>
              </a:rPr>
              <a:t> or </a:t>
            </a:r>
            <a:r>
              <a:rPr lang="en-GB" b="1" dirty="0">
                <a:solidFill>
                  <a:schemeClr val="bg1"/>
                </a:solidFill>
              </a:rPr>
              <a:t>no</a:t>
            </a:r>
            <a:r>
              <a:rPr lang="en-GB" dirty="0">
                <a:solidFill>
                  <a:schemeClr val="bg1"/>
                </a:solidFill>
              </a:rPr>
              <a:t>, set </a:t>
            </a:r>
            <a:r>
              <a:rPr lang="en-GB" dirty="0">
                <a:solidFill>
                  <a:schemeClr val="bg1"/>
                </a:solidFill>
                <a:latin typeface="Consolas" panose="020B0609020204030204" pitchFamily="49" charset="0"/>
              </a:rPr>
              <a:t>valid</a:t>
            </a:r>
            <a:r>
              <a:rPr lang="en-GB" dirty="0">
                <a:solidFill>
                  <a:schemeClr val="bg1"/>
                </a:solidFill>
              </a:rPr>
              <a:t> to True</a:t>
            </a:r>
          </a:p>
        </p:txBody>
      </p:sp>
      <p:cxnSp>
        <p:nvCxnSpPr>
          <p:cNvPr id="13" name="Straight Arrow Connector 12">
            <a:extLst>
              <a:ext uri="{FF2B5EF4-FFF2-40B4-BE49-F238E27FC236}">
                <a16:creationId xmlns:a16="http://schemas.microsoft.com/office/drawing/2014/main" id="{C69DB94C-9627-BD65-268F-52092413B8FB}"/>
              </a:ext>
            </a:extLst>
          </p:cNvPr>
          <p:cNvCxnSpPr>
            <a:cxnSpLocks/>
            <a:stCxn id="12" idx="1"/>
          </p:cNvCxnSpPr>
          <p:nvPr/>
        </p:nvCxnSpPr>
        <p:spPr>
          <a:xfrm flipH="1" flipV="1">
            <a:off x="2751222" y="3030878"/>
            <a:ext cx="1106905" cy="3684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1B58F55-1214-9DCE-BC9A-C1609C8BF614}"/>
              </a:ext>
            </a:extLst>
          </p:cNvPr>
          <p:cNvSpPr txBox="1"/>
          <p:nvPr/>
        </p:nvSpPr>
        <p:spPr>
          <a:xfrm>
            <a:off x="4533016" y="2072445"/>
            <a:ext cx="3832942" cy="307777"/>
          </a:xfrm>
          <a:prstGeom prst="rect">
            <a:avLst/>
          </a:prstGeom>
          <a:solidFill>
            <a:schemeClr val="accent2"/>
          </a:solidFill>
          <a:ln>
            <a:noFill/>
          </a:ln>
        </p:spPr>
        <p:txBody>
          <a:bodyPr wrap="square" rtlCol="0">
            <a:spAutoFit/>
          </a:bodyPr>
          <a:lstStyle/>
          <a:p>
            <a:r>
              <a:rPr lang="en-GB" dirty="0">
                <a:solidFill>
                  <a:schemeClr val="bg1"/>
                </a:solidFill>
              </a:rPr>
              <a:t>Keep repeating the input whilst </a:t>
            </a:r>
            <a:r>
              <a:rPr lang="en-GB" dirty="0">
                <a:solidFill>
                  <a:schemeClr val="bg1"/>
                </a:solidFill>
                <a:latin typeface="Consolas" panose="020B0609020204030204" pitchFamily="49" charset="0"/>
              </a:rPr>
              <a:t>valid</a:t>
            </a:r>
            <a:r>
              <a:rPr lang="en-GB" dirty="0">
                <a:solidFill>
                  <a:schemeClr val="bg1"/>
                </a:solidFill>
              </a:rPr>
              <a:t> is False</a:t>
            </a:r>
          </a:p>
        </p:txBody>
      </p:sp>
      <p:cxnSp>
        <p:nvCxnSpPr>
          <p:cNvPr id="21" name="Straight Arrow Connector 20">
            <a:extLst>
              <a:ext uri="{FF2B5EF4-FFF2-40B4-BE49-F238E27FC236}">
                <a16:creationId xmlns:a16="http://schemas.microsoft.com/office/drawing/2014/main" id="{B7729AB2-8C05-04C8-842E-BA454265DE93}"/>
              </a:ext>
            </a:extLst>
          </p:cNvPr>
          <p:cNvCxnSpPr>
            <a:cxnSpLocks/>
            <a:stCxn id="20" idx="1"/>
          </p:cNvCxnSpPr>
          <p:nvPr/>
        </p:nvCxnSpPr>
        <p:spPr>
          <a:xfrm flipH="1">
            <a:off x="2093495" y="2226334"/>
            <a:ext cx="2439521" cy="14696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195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4" name="Google Shape;274;p42"/>
          <p:cNvSpPr txBox="1"/>
          <p:nvPr/>
        </p:nvSpPr>
        <p:spPr>
          <a:xfrm>
            <a:off x="710284" y="2291138"/>
            <a:ext cx="5444864" cy="1971600"/>
          </a:xfrm>
          <a:prstGeom prst="rect">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1371600" marR="0" lvl="0" indent="0" algn="l" rtl="0">
              <a:lnSpc>
                <a:spcPct val="100000"/>
              </a:lnSpc>
              <a:spcBef>
                <a:spcPts val="0"/>
              </a:spcBef>
              <a:spcAft>
                <a:spcPts val="0"/>
              </a:spcAft>
              <a:buClr>
                <a:srgbClr val="000000"/>
              </a:buClr>
              <a:buSzPts val="1100"/>
              <a:buFont typeface="Arial"/>
              <a:buNone/>
            </a:pPr>
            <a:endParaRPr sz="1600" b="0" i="0" u="none" strike="noStrike" cap="none">
              <a:solidFill>
                <a:srgbClr val="53585F"/>
              </a:solidFill>
              <a:latin typeface="Arial"/>
              <a:ea typeface="Arial"/>
              <a:cs typeface="Arial"/>
              <a:sym typeface="Arial"/>
            </a:endParaRPr>
          </a:p>
          <a:p>
            <a:pPr marL="0" marR="0" lvl="0" indent="0" algn="l" rtl="0">
              <a:lnSpc>
                <a:spcPct val="100000"/>
              </a:lnSpc>
              <a:spcBef>
                <a:spcPts val="1000"/>
              </a:spcBef>
              <a:spcAft>
                <a:spcPts val="1000"/>
              </a:spcAft>
              <a:buClr>
                <a:srgbClr val="000000"/>
              </a:buClr>
              <a:buSzPts val="1100"/>
              <a:buFont typeface="Arial"/>
              <a:buNone/>
            </a:pPr>
            <a:endParaRPr sz="1600">
              <a:solidFill>
                <a:srgbClr val="53585F"/>
              </a:solidFill>
            </a:endParaRPr>
          </a:p>
        </p:txBody>
      </p:sp>
      <p:sp>
        <p:nvSpPr>
          <p:cNvPr id="271" name="Google Shape;271;p42"/>
          <p:cNvSpPr txBox="1">
            <a:spLocks noGrp="1"/>
          </p:cNvSpPr>
          <p:nvPr>
            <p:ph type="title"/>
          </p:nvPr>
        </p:nvSpPr>
        <p:spPr>
          <a:xfrm>
            <a:off x="267800" y="432115"/>
            <a:ext cx="8520600" cy="572700"/>
          </a:xfrm>
          <a:prstGeom prst="rect">
            <a:avLst/>
          </a:prstGeom>
        </p:spPr>
        <p:txBody>
          <a:bodyPr spcFirstLastPara="1" wrap="square" lIns="59850" tIns="59850" rIns="59850" bIns="59850" anchor="t" anchorCtr="0">
            <a:noAutofit/>
          </a:bodyPr>
          <a:lstStyle/>
          <a:p>
            <a:pPr lvl="0"/>
            <a:r>
              <a:rPr lang="ta-IN" dirty="0"/>
              <a:t>நிறைவு </a:t>
            </a:r>
            <a:endParaRPr dirty="0"/>
          </a:p>
        </p:txBody>
      </p:sp>
      <p:sp>
        <p:nvSpPr>
          <p:cNvPr id="272" name="Google Shape;272;p42"/>
          <p:cNvSpPr txBox="1">
            <a:spLocks noGrp="1"/>
          </p:cNvSpPr>
          <p:nvPr>
            <p:ph type="body" idx="1"/>
          </p:nvPr>
        </p:nvSpPr>
        <p:spPr>
          <a:xfrm>
            <a:off x="311700" y="1173600"/>
            <a:ext cx="8520600" cy="2077462"/>
          </a:xfrm>
          <a:prstGeom prst="rect">
            <a:avLst/>
          </a:prstGeom>
        </p:spPr>
        <p:txBody>
          <a:bodyPr spcFirstLastPara="1" wrap="square" lIns="91425" tIns="91425" rIns="91425" bIns="91425" anchor="t" anchorCtr="0">
            <a:spAutoFit/>
          </a:bodyPr>
          <a:lstStyle/>
          <a:p>
            <a:pPr marL="0" lvl="0" indent="0">
              <a:buNone/>
            </a:pPr>
            <a:r>
              <a:rPr lang="ta-IN" sz="1600" dirty="0"/>
              <a:t>சுழல்கள் பற்றிய எங்கள் அறிவை நாங்கள் விரிவுபடுத்தியுள்ளோம்:</a:t>
            </a:r>
          </a:p>
          <a:p>
            <a:pPr marL="0" lvl="0" indent="0">
              <a:buNone/>
            </a:pPr>
            <a:r>
              <a:rPr lang="ta-IN" sz="1600" dirty="0"/>
              <a:t>குறிப்பிடப்படாத சுழல்கள் - இங்கு சுழற்சி எத்தனை முறை திரும்பத் திரும்ப வரும் என்று எங்களுக்குத் தெரியாது</a:t>
            </a:r>
            <a:endParaRPr lang="en-GB" sz="1600" dirty="0"/>
          </a:p>
          <a:p>
            <a:pPr marL="0" lvl="0" indent="0" algn="l" rtl="0">
              <a:spcBef>
                <a:spcPts val="1000"/>
              </a:spcBef>
              <a:spcAft>
                <a:spcPts val="0"/>
              </a:spcAft>
              <a:buNone/>
            </a:pPr>
            <a:r>
              <a:rPr lang="en-GB" dirty="0"/>
              <a:t>        </a:t>
            </a:r>
          </a:p>
          <a:p>
            <a:pPr marL="0" lvl="0" indent="0" algn="l" rtl="0">
              <a:spcBef>
                <a:spcPts val="1000"/>
              </a:spcBef>
              <a:spcAft>
                <a:spcPts val="0"/>
              </a:spcAft>
              <a:buNone/>
            </a:pPr>
            <a:r>
              <a:rPr lang="en-GB" sz="1600" dirty="0"/>
              <a:t>       </a:t>
            </a:r>
            <a:r>
              <a:rPr lang="ta-IN" sz="1600" dirty="0"/>
              <a:t>ஜோடிகளாக விவாதிக்கவும்: இந்த நிரல் </a:t>
            </a:r>
            <a:endParaRPr lang="en-US" sz="1600" dirty="0"/>
          </a:p>
          <a:p>
            <a:pPr marL="0" lvl="0" indent="0" algn="l" rtl="0">
              <a:spcBef>
                <a:spcPts val="1000"/>
              </a:spcBef>
              <a:spcAft>
                <a:spcPts val="0"/>
              </a:spcAft>
              <a:buNone/>
            </a:pPr>
            <a:r>
              <a:rPr lang="en-US" sz="1600" dirty="0"/>
              <a:t>       </a:t>
            </a:r>
            <a:r>
              <a:rPr lang="ta-IN" sz="1600" dirty="0"/>
              <a:t>என்ன செய்கிறது?</a:t>
            </a:r>
            <a:endParaRPr sz="1600" dirty="0"/>
          </a:p>
        </p:txBody>
      </p:sp>
      <p:sp>
        <p:nvSpPr>
          <p:cNvPr id="275" name="Google Shape;275;p42"/>
          <p:cNvSpPr/>
          <p:nvPr/>
        </p:nvSpPr>
        <p:spPr>
          <a:xfrm rot="-909444">
            <a:off x="5577537" y="2027328"/>
            <a:ext cx="1355581" cy="696736"/>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700"/>
              <a:buFont typeface="Arial"/>
              <a:buNone/>
            </a:pPr>
            <a:r>
              <a:rPr lang="en-GB" sz="1700" b="1" i="0" u="none" strike="noStrike" cap="none" dirty="0">
                <a:solidFill>
                  <a:srgbClr val="FFFFFF"/>
                </a:solidFill>
                <a:latin typeface="Arial" panose="020B0604020202020204" pitchFamily="34" charset="0"/>
                <a:ea typeface="Inter"/>
                <a:cs typeface="Arial" panose="020B0604020202020204" pitchFamily="34" charset="0"/>
                <a:sym typeface="Inter"/>
              </a:rPr>
              <a:t>EXIT TICKET</a:t>
            </a:r>
            <a:endParaRPr sz="1700" b="1" i="0" u="none" strike="noStrike" cap="none" dirty="0">
              <a:solidFill>
                <a:srgbClr val="FFFFFF"/>
              </a:solidFill>
              <a:latin typeface="Arial" panose="020B0604020202020204" pitchFamily="34" charset="0"/>
              <a:ea typeface="Inter"/>
              <a:cs typeface="Arial" panose="020B0604020202020204" pitchFamily="34" charset="0"/>
              <a:sym typeface="Inter"/>
            </a:endParaRPr>
          </a:p>
        </p:txBody>
      </p:sp>
      <p:pic>
        <p:nvPicPr>
          <p:cNvPr id="3" name="Picture 2">
            <a:extLst>
              <a:ext uri="{FF2B5EF4-FFF2-40B4-BE49-F238E27FC236}">
                <a16:creationId xmlns:a16="http://schemas.microsoft.com/office/drawing/2014/main" id="{19350C67-AF2A-136E-F4F4-2D41F71D0DA9}"/>
              </a:ext>
            </a:extLst>
          </p:cNvPr>
          <p:cNvPicPr>
            <a:picLocks noChangeAspect="1"/>
          </p:cNvPicPr>
          <p:nvPr/>
        </p:nvPicPr>
        <p:blipFill>
          <a:blip r:embed="rId3"/>
          <a:stretch>
            <a:fillRect/>
          </a:stretch>
        </p:blipFill>
        <p:spPr>
          <a:xfrm>
            <a:off x="912746" y="3136899"/>
            <a:ext cx="5077534" cy="1064491"/>
          </a:xfrm>
          <a:prstGeom prst="rect">
            <a:avLst/>
          </a:prstGeom>
        </p:spPr>
      </p:pic>
      <p:pic>
        <p:nvPicPr>
          <p:cNvPr id="1026" name="Picture 2">
            <a:extLst>
              <a:ext uri="{FF2B5EF4-FFF2-40B4-BE49-F238E27FC236}">
                <a16:creationId xmlns:a16="http://schemas.microsoft.com/office/drawing/2014/main" id="{A742C717-2446-E03E-0527-0656D768D9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1187" y="311727"/>
            <a:ext cx="1431012" cy="38896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White">
  <a:themeElements>
    <a:clrScheme name="Ocado New Branding">
      <a:dk1>
        <a:srgbClr val="000000"/>
      </a:dk1>
      <a:lt1>
        <a:srgbClr val="FFFFFF"/>
      </a:lt1>
      <a:dk2>
        <a:srgbClr val="626262"/>
      </a:dk2>
      <a:lt2>
        <a:srgbClr val="DCDEE0"/>
      </a:lt2>
      <a:accent1>
        <a:srgbClr val="D841C3"/>
      </a:accent1>
      <a:accent2>
        <a:srgbClr val="13237A"/>
      </a:accent2>
      <a:accent3>
        <a:srgbClr val="FFCE05"/>
      </a:accent3>
      <a:accent4>
        <a:srgbClr val="2633AB"/>
      </a:accent4>
      <a:accent5>
        <a:srgbClr val="F4D1DC"/>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430</TotalTime>
  <Words>555</Words>
  <Application>Microsoft Office PowerPoint</Application>
  <PresentationFormat>On-screen Show (16:9)</PresentationFormat>
  <Paragraphs>90</Paragraphs>
  <Slides>23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Inter</vt:lpstr>
      <vt:lpstr>Helvetica Neue</vt:lpstr>
      <vt:lpstr>Arial</vt:lpstr>
      <vt:lpstr>Space Grotesk Medium</vt:lpstr>
      <vt:lpstr>Consolas</vt:lpstr>
      <vt:lpstr>White</vt:lpstr>
      <vt:lpstr>PowerPoint Presentation</vt:lpstr>
      <vt:lpstr>பாடம் தொடங்குபவர்</vt:lpstr>
      <vt:lpstr>பாடம் தொடங்குபவர்</vt:lpstr>
      <vt:lpstr>செயல்பாடு 1: பைதான் டெனில் உள்ள நிச்சயமற்ற சுழல்களை ஆராய்தல்</vt:lpstr>
      <vt:lpstr>பைதான் டெனில் உள்ள நிச்சயமற்ற சுழல்கள்</vt:lpstr>
      <vt:lpstr>நிச்சயமற்ற சுழல்கள்</vt:lpstr>
      <vt:lpstr>செயல்பாடு 2: பைதான் டெனில் ஒரு நிச்சயமற்ற சுழற்சியில் தேர்வு செய்தல்</vt:lpstr>
      <vt:lpstr>பைதான் டெனில் ஒரு நிச்சயமற்ற சுழற்சியில் தேர்வு செய்தல்</vt:lpstr>
      <vt:lpstr>பைதான் டெனில் ஒரு நிச்சயமற்ற சுழற்சியில் தேர்வு செய்தல்</vt:lpstr>
      <vt:lpstr>பைதான் டெனில் ஒரு நிச்சயமற்ற சுழற்சியில் தேர்வு செய்தல்</vt:lpstr>
      <vt:lpstr>செயல்பாடு 3: நிச்சயமற்ற சுழல்களை ஆராய்தல்</vt:lpstr>
      <vt:lpstr>வரையறுக்கப்படாத சுழல்கள்</vt:lpstr>
      <vt:lpstr>வரையறுக்கப்படாத சுழல்கள் - பதில்கள்</vt:lpstr>
      <vt:lpstr>வரையறுக்கப்படாத சுழல்கள் - பதில்கள்</vt:lpstr>
      <vt:lpstr>வரையறுக்கப்படாத சுழல்கள் - பதில்கள்</vt:lpstr>
      <vt:lpstr>வரையறுக்கப்படாத சுழல்கள் - பதில்கள்</vt:lpstr>
      <vt:lpstr>செயல்பாடு 4: சரிபார்ப்பு</vt:lpstr>
      <vt:lpstr>சரிபார்ப்பு</vt:lpstr>
      <vt:lpstr>சரிபார்ப்பு </vt:lpstr>
      <vt:lpstr>சரிபார்ப்பு</vt:lpstr>
      <vt:lpstr>சரிபார்ப்பு-பதில்கள்</vt:lpstr>
      <vt:lpstr>சரிபார்ப்பு-பதில்கள்</vt:lpstr>
      <vt:lpstr>நிறைவு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Rebecca D</dc:creator>
  <cp:lastModifiedBy>yashika R</cp:lastModifiedBy>
  <cp:revision>20</cp:revision>
  <dcterms:modified xsi:type="dcterms:W3CDTF">2025-06-24T10:33:33Z</dcterms:modified>
</cp:coreProperties>
</file>